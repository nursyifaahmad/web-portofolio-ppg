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7998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CV.pdf (user-provided), page 1 — name/profile/technology interests.
- User-provided chat details — nickname Pak Syifa; SMAN 15 Bandung; Kelas X-5; current role Guru Informatika.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CV.pdf (user-provided), page 1 — profile, BA Desa Wisata Jawa Barat, technology background, web developer and AI interests.
- User-provided chat details — current role Guru Informatika.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CV.pdf (user-provided), page 1 — education history, TKJ background, university, graduation date, GPA, favorite subjects.
- User-provided chat details — Universitas Pendidikan Indonesia, Program Studi Pendidikan Profesi Guru (PPG) Informatika, February 2026 to present.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CV.pdf (user-provided), page 1 — work experience at Barokah Textile, DISPORA Kota Cirebon, Desa Batulawang, and Brand Ambassador Desa Wisata Jawa Barat.
- User-provided chat details — 2024 Staff Admin at LPK Sakti Manfaat Indonesia; 2024 Guru/Tutor in CSR program by Vocational Cirebon Power teaching introductory IT, MS Word, MS Excel, MS PowerPoint, CorelDRAW, and Photoshop.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CV.pdf (user-provided), page 1 — skills: graphic design, web development/Laravel, troubleshooting, computer networking.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CV.pdf (user-provided), page 1 — hobbies and all contact details.
- User-provided chat details — additional hobbies: Berlari and Mendaki.
- User explicitly requested that all contact information be displayed.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factual claims. Icebreaker prompts are original presentation content.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0" y="256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07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SMAN 15 Bandung  •  X-5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8A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8A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1.svg"/><Relationship Id="rId4" Type="http://schemas.openxmlformats.org/officeDocument/2006/relationships/image" Target="../media/image29.sv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42.png"/><Relationship Id="rId18" Type="http://schemas.openxmlformats.org/officeDocument/2006/relationships/image" Target="../media/image4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5.svg"/><Relationship Id="rId20" Type="http://schemas.openxmlformats.org/officeDocument/2006/relationships/image" Target="../media/image4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svg"/><Relationship Id="rId19" Type="http://schemas.openxmlformats.org/officeDocument/2006/relationships/image" Target="../media/image48.png"/><Relationship Id="rId4" Type="http://schemas.openxmlformats.org/officeDocument/2006/relationships/image" Target="../media/image33.svg"/><Relationship Id="rId9" Type="http://schemas.openxmlformats.org/officeDocument/2006/relationships/image" Target="../media/image38.png"/><Relationship Id="rId14" Type="http://schemas.openxmlformats.org/officeDocument/2006/relationships/image" Target="../media/image4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91440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955548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HALO, X-5!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658368" y="1389888"/>
            <a:ext cx="6035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Kenalan</a:t>
            </a:r>
            <a:r>
              <a:rPr lang="en-US" sz="340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yuk</a:t>
            </a:r>
            <a:r>
              <a:rPr lang="id-ID" sz="340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.... :)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94944" y="34930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3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Guru Informatika • SMAN 15 Bandung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4944" y="4005072"/>
            <a:ext cx="4343400" cy="0"/>
          </a:xfrm>
          <a:prstGeom prst="line">
            <a:avLst/>
          </a:prstGeom>
          <a:noFill/>
          <a:ln w="38100">
            <a:solidFill>
              <a:srgbClr val="2EC4B6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94944" y="4169664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C4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Informatika  •  Teknologi  •  Web  •  AI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08392" y="960120"/>
            <a:ext cx="3310128" cy="33101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17780" dir="2700000" algn="bl" rotWithShape="0">
              <a:srgbClr val="16324F">
                <a:alpha val="18000"/>
              </a:srgbClr>
            </a:outerShdw>
          </a:effectLst>
        </p:spPr>
      </p:sp>
      <p:pic>
        <p:nvPicPr>
          <p:cNvPr id="10" name="Image 0" descr="/mnt/data/pak_syifa_intro_work/portrait_final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069848"/>
            <a:ext cx="3090672" cy="309067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277650" y="4443984"/>
            <a:ext cx="2276856" cy="347472"/>
          </a:xfrm>
          <a:prstGeom prst="roundRect">
            <a:avLst>
              <a:gd name="adj" fmla="val 21053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87377" y="4485132"/>
            <a:ext cx="21671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id-ID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AHMAD NURSYIFA, S.KOM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991856" y="4882896"/>
            <a:ext cx="2788920" cy="347472"/>
          </a:xfrm>
          <a:prstGeom prst="roundRect">
            <a:avLst>
              <a:gd name="adj" fmla="val 2105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01584" y="4924044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GURU INFORMATIKA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8A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Siapa Pak Syifa?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10424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Empat hal singkat sebelum kita mulai belajar Informatika.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832" y="184708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3624" y="1856232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Guru Informatika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60120" y="244144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43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Mengajar Informatika di SMAN 15 Bandung untuk kelas X-5.</a:t>
            </a:r>
            <a:endParaRPr lang="en-US" sz="1140" dirty="0"/>
          </a:p>
        </p:txBody>
      </p:sp>
      <p:sp>
        <p:nvSpPr>
          <p:cNvPr id="8" name="Shape 5"/>
          <p:cNvSpPr/>
          <p:nvPr/>
        </p:nvSpPr>
        <p:spPr>
          <a:xfrm>
            <a:off x="3566160" y="16002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22192" y="1847088"/>
            <a:ext cx="512064" cy="5120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43984" y="1856232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Latar Teknologi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3840480" y="244144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43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Punya pengalaman di teknologi informasi, komputer, jaringan, desain grafis, dan pembuatan konten.</a:t>
            </a:r>
            <a:endParaRPr lang="en-US" sz="1140" dirty="0"/>
          </a:p>
        </p:txBody>
      </p:sp>
      <p:sp>
        <p:nvSpPr>
          <p:cNvPr id="12" name="Shape 8"/>
          <p:cNvSpPr/>
          <p:nvPr/>
        </p:nvSpPr>
        <p:spPr>
          <a:xfrm>
            <a:off x="6446520" y="16002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02552" y="1847088"/>
            <a:ext cx="512064" cy="5120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24344" y="1856232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Suka Web &amp; AI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720840" y="244144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43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Saat kuliah, mata kuliah favorit yang dicantumkan di CV adalah web developer dan AI.</a:t>
            </a:r>
            <a:endParaRPr lang="en-US" sz="1140" dirty="0"/>
          </a:p>
        </p:txBody>
      </p:sp>
      <p:sp>
        <p:nvSpPr>
          <p:cNvPr id="16" name="Shape 11"/>
          <p:cNvSpPr/>
          <p:nvPr/>
        </p:nvSpPr>
        <p:spPr>
          <a:xfrm>
            <a:off x="9326880" y="1600200"/>
            <a:ext cx="217627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82912" y="1847088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04704" y="1856232"/>
            <a:ext cx="1060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Pernah Jadi BA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9601200" y="2441448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43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Pernah menjadi Brand Ambassador Desa Wisata Jawa Barat.</a:t>
            </a:r>
            <a:endParaRPr lang="en-US" sz="1140" dirty="0"/>
          </a:p>
        </p:txBody>
      </p:sp>
      <p:sp>
        <p:nvSpPr>
          <p:cNvPr id="20" name="Shape 14"/>
          <p:cNvSpPr/>
          <p:nvPr/>
        </p:nvSpPr>
        <p:spPr>
          <a:xfrm>
            <a:off x="1856232" y="3858768"/>
            <a:ext cx="8174736" cy="1783080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2130552" y="41422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Bidang yang d</a:t>
            </a:r>
            <a:r>
              <a:rPr lang="id-ID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isukai</a:t>
            </a:r>
            <a:endParaRPr lang="en-US" sz="1900" dirty="0"/>
          </a:p>
        </p:txBody>
      </p:sp>
      <p:sp>
        <p:nvSpPr>
          <p:cNvPr id="22" name="Shape 16"/>
          <p:cNvSpPr/>
          <p:nvPr/>
        </p:nvSpPr>
        <p:spPr>
          <a:xfrm>
            <a:off x="2130552" y="4681728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240280" y="4722876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</a:t>
            </a:r>
            <a:endParaRPr lang="en-US" sz="1120" dirty="0"/>
          </a:p>
        </p:txBody>
      </p:sp>
      <p:sp>
        <p:nvSpPr>
          <p:cNvPr id="24" name="Shape 18"/>
          <p:cNvSpPr/>
          <p:nvPr/>
        </p:nvSpPr>
        <p:spPr>
          <a:xfrm>
            <a:off x="3657600" y="4681728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767328" y="4722876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JARINGAN</a:t>
            </a:r>
            <a:endParaRPr lang="en-US" sz="1120" dirty="0"/>
          </a:p>
        </p:txBody>
      </p:sp>
      <p:sp>
        <p:nvSpPr>
          <p:cNvPr id="26" name="Shape 20"/>
          <p:cNvSpPr/>
          <p:nvPr/>
        </p:nvSpPr>
        <p:spPr>
          <a:xfrm>
            <a:off x="5632704" y="4681728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742432" y="472287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DESAIN</a:t>
            </a:r>
            <a:endParaRPr lang="en-US" sz="1120" dirty="0"/>
          </a:p>
        </p:txBody>
      </p:sp>
      <p:sp>
        <p:nvSpPr>
          <p:cNvPr id="28" name="Shape 22"/>
          <p:cNvSpPr/>
          <p:nvPr/>
        </p:nvSpPr>
        <p:spPr>
          <a:xfrm>
            <a:off x="7479792" y="4681728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589520" y="472287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TROUBLESHOOTING</a:t>
            </a:r>
            <a:endParaRPr lang="en-US" sz="10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8A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Perjalanan Belajar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10424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Dari Teknik Komputer dan Jaringan, Informatika, sampai PPG Informatika.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3456432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889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832" y="1810512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92224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2015–2018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0200" y="217627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SMKN 1 Lemahabang</a:t>
            </a:r>
            <a:endParaRPr lang="en-US" sz="1440" dirty="0"/>
          </a:p>
        </p:txBody>
      </p:sp>
      <p:sp>
        <p:nvSpPr>
          <p:cNvPr id="8" name="Shape 5"/>
          <p:cNvSpPr/>
          <p:nvPr/>
        </p:nvSpPr>
        <p:spPr>
          <a:xfrm>
            <a:off x="960120" y="2788920"/>
            <a:ext cx="2907792" cy="0"/>
          </a:xfrm>
          <a:prstGeom prst="line">
            <a:avLst/>
          </a:prstGeom>
          <a:noFill/>
          <a:ln w="27940">
            <a:solidFill>
              <a:srgbClr val="FF6B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8408" y="2999232"/>
            <a:ext cx="28712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43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Jurusan Teknik Komputer dan Jaringan (TKJ). Pelajaran yang paling disukai: perakitan komputer.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4453128" y="1572768"/>
            <a:ext cx="3456432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889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9160" y="1810512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7528" y="1792224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CC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2019–2023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367528" y="217627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Universitas Catur Insan Cendekia</a:t>
            </a:r>
            <a:endParaRPr lang="en-US" sz="1440" dirty="0"/>
          </a:p>
        </p:txBody>
      </p:sp>
      <p:sp>
        <p:nvSpPr>
          <p:cNvPr id="14" name="Shape 10"/>
          <p:cNvSpPr/>
          <p:nvPr/>
        </p:nvSpPr>
        <p:spPr>
          <a:xfrm>
            <a:off x="4727448" y="2788920"/>
            <a:ext cx="2907792" cy="0"/>
          </a:xfrm>
          <a:prstGeom prst="line">
            <a:avLst/>
          </a:prstGeom>
          <a:noFill/>
          <a:ln w="27940">
            <a:solidFill>
              <a:srgbClr val="4CC9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45736" y="2999232"/>
            <a:ext cx="28712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43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 studi Teknik Informatika. Mata kuliah favorit: web developer dan AI. Lulus 26 Desember 2023 dengan IPK 3,87.</a:t>
            </a:r>
            <a:endParaRPr lang="en-US" sz="1140" dirty="0"/>
          </a:p>
        </p:txBody>
      </p:sp>
      <p:sp>
        <p:nvSpPr>
          <p:cNvPr id="16" name="Shape 12"/>
          <p:cNvSpPr/>
          <p:nvPr/>
        </p:nvSpPr>
        <p:spPr>
          <a:xfrm>
            <a:off x="8220456" y="1572768"/>
            <a:ext cx="3456432" cy="299923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" dist="889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76488" y="1810512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34856" y="1792224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EC4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Feb 2026–Sekarang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134856" y="217627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Universitas Pendidikan Indonesia</a:t>
            </a:r>
            <a:endParaRPr lang="en-US" sz="1440" dirty="0"/>
          </a:p>
        </p:txBody>
      </p:sp>
      <p:sp>
        <p:nvSpPr>
          <p:cNvPr id="20" name="Shape 15"/>
          <p:cNvSpPr/>
          <p:nvPr/>
        </p:nvSpPr>
        <p:spPr>
          <a:xfrm>
            <a:off x="8494776" y="2788920"/>
            <a:ext cx="2907792" cy="0"/>
          </a:xfrm>
          <a:prstGeom prst="line">
            <a:avLst/>
          </a:prstGeom>
          <a:noFill/>
          <a:ln w="27940">
            <a:solidFill>
              <a:srgbClr val="2EC4B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513064" y="2999232"/>
            <a:ext cx="28712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43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 Studi Pendidikan Profesi Guru (PPG) Informatika.</a:t>
            </a:r>
            <a:endParaRPr lang="en-US" sz="1140" dirty="0"/>
          </a:p>
        </p:txBody>
      </p:sp>
      <p:sp>
        <p:nvSpPr>
          <p:cNvPr id="22" name="Shape 17"/>
          <p:cNvSpPr/>
          <p:nvPr/>
        </p:nvSpPr>
        <p:spPr>
          <a:xfrm>
            <a:off x="960120" y="5074920"/>
            <a:ext cx="10287000" cy="841248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234440" y="5330952"/>
            <a:ext cx="9738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Benang merahnya: dari merakit komputer → membuat aplikasi/web → menyiapkan diri sebagai Guru Informatika profesional.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8A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Pengalaman Sebelum Mengajar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10424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Pernah bekerja, magang, mengajar, dan mengerjakan proyek teknologi.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536192"/>
            <a:ext cx="340156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1430" dist="762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968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5608" y="173736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2019 • Barokah Textile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05256" y="2249424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admin dan kasir di perusahaan yang bergerak di bidang textile.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07408" y="1536192"/>
            <a:ext cx="340156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1430" dist="762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08576" y="17373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57216" y="173736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 • DISPORA Kota Cirebon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626864" y="2249424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Magang sebagai IT Support. Proyek: membuat web dinamis untuk DISPORA Kota Cirebon.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29016" y="1536192"/>
            <a:ext cx="340156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1430" dist="762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0184" y="17373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78824" y="173736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 • Desa Batulawang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348472" y="2249424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KKN Tematik sebagai IT Support. Proyek: membuat web dinamis untuk Desa Batulawang.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85800" y="3703320"/>
            <a:ext cx="5230368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1430" dist="762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6968" y="390448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35608" y="390448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 • LPK Sakti Manfaat Indonesia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905256" y="4416552"/>
            <a:ext cx="47914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Bekerja sebagai Staff Admin.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281928" y="3703320"/>
            <a:ext cx="5248656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1430" dist="762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83096" y="3904488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31736" y="39136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 • Guru/Tutor Program CSR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6501384" y="4416552"/>
            <a:ext cx="480974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Mengajar di program CSR Vocational Cirebon Power: pengantar teknologi informasi, MS Word, MS Excel, MS PowerPoint, CorelDRAW, dan Photoshop.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2103120" y="5806440"/>
            <a:ext cx="4928616" cy="475488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04288" y="5879592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743200" y="59161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Juga pernah menjadi Brand Ambassador Desa Wisata Jawa Barat.</a:t>
            </a:r>
            <a:endParaRPr lang="en-US" sz="118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8A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Keahlian yang Sering Dipakai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832" y="180136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3624" y="1810512"/>
            <a:ext cx="4233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Graphic Design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60120" y="239572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43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Membuat desain logo, ID card, CV, dan kebutuhan visual lainnya.</a:t>
            </a:r>
            <a:endParaRPr lang="en-US" sz="1140" dirty="0"/>
          </a:p>
        </p:txBody>
      </p:sp>
      <p:sp>
        <p:nvSpPr>
          <p:cNvPr id="8" name="Shape 5"/>
          <p:cNvSpPr/>
          <p:nvPr/>
        </p:nvSpPr>
        <p:spPr>
          <a:xfrm>
            <a:off x="6172200" y="1554480"/>
            <a:ext cx="533095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8232" y="1801368"/>
            <a:ext cx="512064" cy="5120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50024" y="1810512"/>
            <a:ext cx="4215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Development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446520" y="2395728"/>
            <a:ext cx="4782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43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Membuat web statis maupun dinamis; biasa menggunakan framework Laravel.</a:t>
            </a:r>
            <a:endParaRPr lang="en-US" sz="1140" dirty="0"/>
          </a:p>
        </p:txBody>
      </p:sp>
      <p:sp>
        <p:nvSpPr>
          <p:cNvPr id="12" name="Shape 8"/>
          <p:cNvSpPr/>
          <p:nvPr/>
        </p:nvSpPr>
        <p:spPr>
          <a:xfrm>
            <a:off x="685800" y="36576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1832" y="3904488"/>
            <a:ext cx="512064" cy="5120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63624" y="3913632"/>
            <a:ext cx="4233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Troubleshooting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960120" y="449884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43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Menangani masalah hardware atau software pada komputer, Android, dan jaringan.</a:t>
            </a:r>
            <a:endParaRPr lang="en-US" sz="1140" dirty="0"/>
          </a:p>
        </p:txBody>
      </p:sp>
      <p:sp>
        <p:nvSpPr>
          <p:cNvPr id="16" name="Shape 11"/>
          <p:cNvSpPr/>
          <p:nvPr/>
        </p:nvSpPr>
        <p:spPr>
          <a:xfrm>
            <a:off x="6172200" y="3657600"/>
            <a:ext cx="533095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28232" y="3904488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50024" y="3913632"/>
            <a:ext cx="4215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Networking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6446520" y="4498848"/>
            <a:ext cx="4782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2434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Instalasi jaringan komputer menggunakan kabel maupun nirkabel.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8A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 Luar Kelas, Pak Syifa Suka...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10424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Sedikit sisi personal supaya kita nggak kenal Pak Syifa cuma sebagai guru.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166420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" dist="762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6152" y="1764792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4963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Photography</a:t>
            </a:r>
            <a:endParaRPr lang="en-US" sz="1220" dirty="0"/>
          </a:p>
        </p:txBody>
      </p:sp>
      <p:sp>
        <p:nvSpPr>
          <p:cNvPr id="7" name="Shape 4"/>
          <p:cNvSpPr/>
          <p:nvPr/>
        </p:nvSpPr>
        <p:spPr>
          <a:xfrm>
            <a:off x="2569464" y="1572768"/>
            <a:ext cx="166420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" dist="762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99816" y="1764792"/>
            <a:ext cx="603504" cy="6035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60904" y="24963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Sholawat</a:t>
            </a:r>
            <a:endParaRPr lang="en-US" sz="1220" dirty="0"/>
          </a:p>
        </p:txBody>
      </p:sp>
      <p:sp>
        <p:nvSpPr>
          <p:cNvPr id="10" name="Shape 6"/>
          <p:cNvSpPr/>
          <p:nvPr/>
        </p:nvSpPr>
        <p:spPr>
          <a:xfrm>
            <a:off x="4453128" y="1572768"/>
            <a:ext cx="166420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" dist="762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83480" y="1764792"/>
            <a:ext cx="603504" cy="6035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44568" y="24963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 Mobile</a:t>
            </a:r>
            <a:endParaRPr lang="en-US" sz="1220" dirty="0"/>
          </a:p>
        </p:txBody>
      </p:sp>
      <p:sp>
        <p:nvSpPr>
          <p:cNvPr id="13" name="Shape 8"/>
          <p:cNvSpPr/>
          <p:nvPr/>
        </p:nvSpPr>
        <p:spPr>
          <a:xfrm>
            <a:off x="6336792" y="1572768"/>
            <a:ext cx="166420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" dist="762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67144" y="1764792"/>
            <a:ext cx="603504" cy="6035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28232" y="24963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Swimming</a:t>
            </a:r>
            <a:endParaRPr lang="en-US" sz="1220" dirty="0"/>
          </a:p>
        </p:txBody>
      </p:sp>
      <p:sp>
        <p:nvSpPr>
          <p:cNvPr id="16" name="Shape 10"/>
          <p:cNvSpPr/>
          <p:nvPr/>
        </p:nvSpPr>
        <p:spPr>
          <a:xfrm>
            <a:off x="8220456" y="1572768"/>
            <a:ext cx="166420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" dist="762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50808" y="1764792"/>
            <a:ext cx="603504" cy="60350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311896" y="24963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id-ID" sz="122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Running</a:t>
            </a:r>
            <a:endParaRPr lang="en-US" sz="1220" dirty="0"/>
          </a:p>
        </p:txBody>
      </p:sp>
      <p:sp>
        <p:nvSpPr>
          <p:cNvPr id="19" name="Shape 12"/>
          <p:cNvSpPr/>
          <p:nvPr/>
        </p:nvSpPr>
        <p:spPr>
          <a:xfrm>
            <a:off x="10104120" y="1572768"/>
            <a:ext cx="166420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" dist="762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34472" y="1764792"/>
            <a:ext cx="603504" cy="60350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195560" y="24963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id-ID" sz="122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Hiking</a:t>
            </a:r>
            <a:endParaRPr lang="en-US" sz="1220" dirty="0"/>
          </a:p>
        </p:txBody>
      </p:sp>
      <p:sp>
        <p:nvSpPr>
          <p:cNvPr id="22" name="Shape 14"/>
          <p:cNvSpPr/>
          <p:nvPr/>
        </p:nvSpPr>
        <p:spPr>
          <a:xfrm>
            <a:off x="731520" y="3429000"/>
            <a:ext cx="10744200" cy="2304288"/>
          </a:xfrm>
          <a:prstGeom prst="round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051560" y="3703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Kontak Pak Syifa</a:t>
            </a:r>
            <a:endParaRPr lang="en-US" sz="20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51560" y="4370832"/>
            <a:ext cx="438912" cy="43891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627632" y="44531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ahmadnursyifa11.04.an@gmail.com</a:t>
            </a:r>
            <a:endParaRPr lang="en-US" sz="14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029200" y="4370832"/>
            <a:ext cx="438912" cy="43891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605272" y="44531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+62821-2126-0486</a:t>
            </a:r>
            <a:endParaRPr lang="en-US" sz="14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680960" y="4334256"/>
            <a:ext cx="475488" cy="47548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8275320" y="437083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Jl. Cidahu Wetan, Belawa – Lemahabang, Kab. Cirebon</a:t>
            </a:r>
            <a:endParaRPr lang="en-US" sz="1400" dirty="0"/>
          </a:p>
        </p:txBody>
      </p:sp>
      <p:sp>
        <p:nvSpPr>
          <p:cNvPr id="30" name="Shape 19"/>
          <p:cNvSpPr/>
          <p:nvPr/>
        </p:nvSpPr>
        <p:spPr>
          <a:xfrm>
            <a:off x="1051560" y="5166360"/>
            <a:ext cx="9784080" cy="0"/>
          </a:xfrm>
          <a:prstGeom prst="line">
            <a:avLst/>
          </a:prstGeom>
          <a:noFill/>
          <a:ln w="15240">
            <a:solidFill>
              <a:srgbClr val="38566F"/>
            </a:solidFill>
            <a:prstDash val="solid"/>
          </a:ln>
        </p:spPr>
      </p:sp>
      <p:sp>
        <p:nvSpPr>
          <p:cNvPr id="31" name="Text 20"/>
          <p:cNvSpPr/>
          <p:nvPr/>
        </p:nvSpPr>
        <p:spPr>
          <a:xfrm>
            <a:off x="1051560" y="537667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i="1" dirty="0">
                <a:solidFill>
                  <a:srgbClr val="C6D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Simpan kontak kalau memang dibutuhkan untuk keperluan pembelajaran ya.</a:t>
            </a:r>
            <a:endParaRPr lang="en-US" sz="113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8A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7548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Sekarang Giliran Kalian!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10424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Biar Pak Syifa juga kenal X-5 lebih dekat.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572768"/>
            <a:ext cx="10561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1737360"/>
            <a:ext cx="658368" cy="658368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8562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01952" y="17739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Nama panggilanmu?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901952" y="2139696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B7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Biar gampang saling menyapa di kelas.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777240" y="2898648"/>
            <a:ext cx="10561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24128" y="3063240"/>
            <a:ext cx="658368" cy="658368"/>
          </a:xfrm>
          <a:prstGeom prst="ellipse">
            <a:avLst/>
          </a:prstGeom>
          <a:solidFill>
            <a:srgbClr val="E5F7FD"/>
          </a:solidFill>
          <a:ln w="12700">
            <a:solidFill>
              <a:srgbClr val="E5F7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1821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C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01952" y="30998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Aplikasi / game yang paling sering kamu pakai?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901952" y="3465576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B7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Boleh yang produktif, hiburan, atau keduanya.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777240" y="4224528"/>
            <a:ext cx="10561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" dist="63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24128" y="4389120"/>
            <a:ext cx="658368" cy="658368"/>
          </a:xfrm>
          <a:prstGeom prst="ellipse">
            <a:avLst/>
          </a:prstGeom>
          <a:solidFill>
            <a:srgbClr val="DDF7F3"/>
          </a:solidFill>
          <a:ln w="12700">
            <a:solidFill>
              <a:srgbClr val="DDF7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45079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4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01952" y="442569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Satu hal tentang teknologi yang ingin kamu pelajari?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901952" y="4791456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B7B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Bebas: coding, AI, desain, jaringan, keamanan digital, dan lainnya.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1828800" y="5806440"/>
            <a:ext cx="8503920" cy="566928"/>
          </a:xfrm>
          <a:prstGeom prst="round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59436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Selamat datang di Informatika, X-5!  Mari belajar, mencoba, dan berkarya bareng.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8A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897</Words>
  <Application>Microsoft Office PowerPoint</Application>
  <PresentationFormat>Widescreen</PresentationFormat>
  <Paragraphs>101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SMAN 15 Bandung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Kenalan dengan Pak Syifa - Informatika X-5</dc:title>
  <dc:subject>Slide perkenalan Guru Informatika - Pak Syifa</dc:subject>
  <dc:creator>OpenAI</dc:creator>
  <cp:lastModifiedBy>Ahmad Nursyifa</cp:lastModifiedBy>
  <cp:revision>2</cp:revision>
  <dcterms:created xsi:type="dcterms:W3CDTF">2026-08-27T00:37:09Z</dcterms:created>
  <dcterms:modified xsi:type="dcterms:W3CDTF">2026-08-27T01:22:45Z</dcterms:modified>
</cp:coreProperties>
</file>