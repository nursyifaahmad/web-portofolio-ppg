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1"/>
    <p:sldMasterId id="2147483690" r:id="rId2"/>
    <p:sldMasterId id="2147483691" r:id="rId3"/>
  </p:sldMasterIdLst>
  <p:notesMasterIdLst>
    <p:notesMasterId r:id="rId1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8288000" cy="10287000"/>
  <p:notesSz cx="6858000" cy="9144000"/>
  <p:embeddedFontLst>
    <p:embeddedFont>
      <p:font typeface="Lato" panose="020F0502020204030203" pitchFamily="34" charset="0"/>
      <p:regular r:id="rId18"/>
      <p:bold r:id="rId19"/>
      <p:italic r:id="rId20"/>
      <p:boldItalic r:id="rId21"/>
    </p:embeddedFont>
    <p:embeddedFont>
      <p:font typeface="Lato Black" panose="020F0502020204030203" pitchFamily="34" charset="0"/>
      <p:bold r:id="rId22"/>
      <p:boldItalic r:id="rId23"/>
    </p:embeddedFont>
    <p:embeddedFont>
      <p:font typeface="Nunito Sans SemiBold" panose="020F0502020204030204" pitchFamily="2" charset="0"/>
      <p:regular r:id="rId24"/>
      <p:bold r:id="rId25"/>
      <p:italic r:id="rId26"/>
      <p:boldItalic r:id="rId27"/>
    </p:embeddedFont>
    <p:embeddedFont>
      <p:font typeface="Open Sans" panose="020B0606030504020204" pitchFamily="34" charset="0"/>
      <p:regular r:id="rId28"/>
      <p:bold r:id="rId29"/>
      <p:italic r:id="rId30"/>
      <p:boldItalic r:id="rId31"/>
    </p:embeddedFont>
    <p:embeddedFont>
      <p:font typeface="Open Sans ExtraBold" panose="020B0906030804020204" pitchFamily="34" charset="0"/>
      <p:bold r:id="rId32"/>
      <p:boldItalic r:id="rId33"/>
    </p:embeddedFont>
    <p:embeddedFont>
      <p:font typeface="Plus Jakarta Sans" panose="020B0604020202020204" charset="0"/>
      <p:regular r:id="rId34"/>
      <p:bold r:id="rId35"/>
      <p:italic r:id="rId36"/>
      <p:boldItalic r:id="rId37"/>
    </p:embeddedFont>
    <p:embeddedFont>
      <p:font typeface="Poppins" panose="00000500000000000000" pitchFamily="2" charset="0"/>
      <p:regular r:id="rId38"/>
      <p:bold r:id="rId39"/>
      <p:italic r:id="rId40"/>
      <p:boldItalic r:id="rId41"/>
    </p:embeddedFont>
    <p:embeddedFont>
      <p:font typeface="Proxima Nova" panose="020B060402020202020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84F663-C67B-4D1F-B204-C43DBE9D3000}">
  <a:tblStyle styleId="{9284F663-C67B-4D1F-B204-C43DBE9D300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37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42" Type="http://schemas.openxmlformats.org/officeDocument/2006/relationships/font" Target="fonts/font25.fntdata"/><Relationship Id="rId47"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12.fntdata"/><Relationship Id="rId11" Type="http://schemas.openxmlformats.org/officeDocument/2006/relationships/slide" Target="slides/slide8.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40" Type="http://schemas.openxmlformats.org/officeDocument/2006/relationships/font" Target="fonts/font23.fntdata"/><Relationship Id="rId45" Type="http://schemas.openxmlformats.org/officeDocument/2006/relationships/font" Target="fonts/font28.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font" Target="fonts/font2.fntdata"/><Relationship Id="rId31" Type="http://schemas.openxmlformats.org/officeDocument/2006/relationships/font" Target="fonts/font14.fntdata"/><Relationship Id="rId44" Type="http://schemas.openxmlformats.org/officeDocument/2006/relationships/font" Target="fonts/font27.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3" Type="http://schemas.openxmlformats.org/officeDocument/2006/relationships/font" Target="fonts/font26.fntdata"/><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 Id="rId46" Type="http://schemas.openxmlformats.org/officeDocument/2006/relationships/presProps" Target="presProps.xml"/><Relationship Id="rId20" Type="http://schemas.openxmlformats.org/officeDocument/2006/relationships/font" Target="fonts/font3.fntdata"/><Relationship Id="rId41" Type="http://schemas.openxmlformats.org/officeDocument/2006/relationships/font" Target="fonts/font24.fntdata"/><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 name="Google Shape;23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notes"/>
          <p:cNvSpPr txBox="1">
            <a:spLocks noGrp="1"/>
          </p:cNvSpPr>
          <p:nvPr>
            <p:ph type="body" idx="1"/>
          </p:nvPr>
        </p:nvSpPr>
        <p:spPr>
          <a:xfrm>
            <a:off x="685800" y="4343378"/>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48" name="Google Shape;248;p2:notes"/>
          <p:cNvSpPr>
            <a:spLocks noGrp="1" noRot="1" noChangeAspect="1"/>
          </p:cNvSpPr>
          <p:nvPr>
            <p:ph type="sldImg" idx="2"/>
          </p:nvPr>
        </p:nvSpPr>
        <p:spPr>
          <a:xfrm>
            <a:off x="1143225" y="685778"/>
            <a:ext cx="4572300" cy="3428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a48c3ee1ff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g3a48c3ee1ff_0_1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a48c3ee1ff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8" name="Google Shape;308;g3a48c3ee1ff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a49b9c0f54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2" name="Google Shape;322;g3a49b9c0f54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a49b9c0f54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6" name="Google Shape;336;g3a49b9c0f54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a7e1b74a2b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0" name="Google Shape;350;g3a7e1b74a2b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a7e1b74a2b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8" name="Google Shape;368;g3a7e1b74a2b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a7e1b74a2b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6" name="Google Shape;386;g3a7e1b74a2b_0_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a7e1b74a2b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0" name="Google Shape;400;g3a7e1b74a2b_0_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a7e1b74a2b_0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4" name="Google Shape;414;g3a7e1b74a2b_0_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a49b9c0f54_0_34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9" name="Google Shape;429;g3a49b9c0f54_0_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4" name="Google Shape;14;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_OBJECTS"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_OBJECTS_WITH_TEXT"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BJECT_WITH_CAPTION_TEXT"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_WITH_CAPTION_TEXT"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_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_TITLE_AND_VERTICAL_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OBJECT" type="obj">
  <p:cSld name="OBJECT">
    <p:bg>
      <p:bgPr>
        <a:solidFill>
          <a:schemeClr val="lt1"/>
        </a:solidFill>
        <a:effectLst/>
      </p:bgPr>
    </p:bg>
    <p:spTree>
      <p:nvGrpSpPr>
        <p:cNvPr id="1" name="Shape 86"/>
        <p:cNvGrpSpPr/>
        <p:nvPr/>
      </p:nvGrpSpPr>
      <p:grpSpPr>
        <a:xfrm>
          <a:off x="0" y="0"/>
          <a:ext cx="0" cy="0"/>
          <a:chOff x="0" y="0"/>
          <a:chExt cx="0" cy="0"/>
        </a:xfrm>
      </p:grpSpPr>
      <p:sp>
        <p:nvSpPr>
          <p:cNvPr id="87" name="Google Shape;87;p14"/>
          <p:cNvSpPr/>
          <p:nvPr/>
        </p:nvSpPr>
        <p:spPr>
          <a:xfrm>
            <a:off x="0" y="0"/>
            <a:ext cx="18288000" cy="7689850"/>
          </a:xfrm>
          <a:custGeom>
            <a:avLst/>
            <a:gdLst/>
            <a:ahLst/>
            <a:cxnLst/>
            <a:rect l="l" t="t" r="r" b="b"/>
            <a:pathLst>
              <a:path w="9144000" h="3844925" extrusionOk="0">
                <a:moveTo>
                  <a:pt x="0" y="3844897"/>
                </a:moveTo>
                <a:lnTo>
                  <a:pt x="9144000" y="3844897"/>
                </a:lnTo>
                <a:lnTo>
                  <a:pt x="9144000" y="0"/>
                </a:lnTo>
                <a:lnTo>
                  <a:pt x="0" y="0"/>
                </a:lnTo>
                <a:lnTo>
                  <a:pt x="0" y="3844897"/>
                </a:lnTo>
                <a:close/>
              </a:path>
            </a:pathLst>
          </a:custGeom>
          <a:solidFill>
            <a:srgbClr val="3078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p:txBody>
      </p:sp>
      <p:sp>
        <p:nvSpPr>
          <p:cNvPr id="88" name="Google Shape;88;p14"/>
          <p:cNvSpPr/>
          <p:nvPr/>
        </p:nvSpPr>
        <p:spPr>
          <a:xfrm>
            <a:off x="98" y="7689794"/>
            <a:ext cx="18288000" cy="2598420"/>
          </a:xfrm>
          <a:custGeom>
            <a:avLst/>
            <a:gdLst/>
            <a:ahLst/>
            <a:cxnLst/>
            <a:rect l="l" t="t" r="r" b="b"/>
            <a:pathLst>
              <a:path w="9144000" h="1299210" extrusionOk="0">
                <a:moveTo>
                  <a:pt x="9144000" y="0"/>
                </a:moveTo>
                <a:lnTo>
                  <a:pt x="0" y="0"/>
                </a:lnTo>
                <a:lnTo>
                  <a:pt x="0" y="1298702"/>
                </a:lnTo>
                <a:lnTo>
                  <a:pt x="9144000" y="1298702"/>
                </a:lnTo>
                <a:lnTo>
                  <a:pt x="9144000" y="0"/>
                </a:lnTo>
                <a:close/>
              </a:path>
            </a:pathLst>
          </a:custGeom>
          <a:solidFill>
            <a:srgbClr val="034DC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p:txBody>
      </p:sp>
      <p:pic>
        <p:nvPicPr>
          <p:cNvPr id="89" name="Google Shape;89;p14"/>
          <p:cNvPicPr preferRelativeResize="0"/>
          <p:nvPr/>
        </p:nvPicPr>
        <p:blipFill rotWithShape="1">
          <a:blip r:embed="rId2">
            <a:alphaModFix/>
          </a:blip>
          <a:srcRect/>
          <a:stretch/>
        </p:blipFill>
        <p:spPr>
          <a:xfrm>
            <a:off x="698092" y="729740"/>
            <a:ext cx="980186" cy="993648"/>
          </a:xfrm>
          <a:prstGeom prst="rect">
            <a:avLst/>
          </a:prstGeom>
          <a:noFill/>
          <a:ln>
            <a:noFill/>
          </a:ln>
        </p:spPr>
      </p:pic>
      <p:sp>
        <p:nvSpPr>
          <p:cNvPr id="90" name="Google Shape;90;p14"/>
          <p:cNvSpPr txBox="1">
            <a:spLocks noGrp="1"/>
          </p:cNvSpPr>
          <p:nvPr>
            <p:ph type="ctrTitle"/>
          </p:nvPr>
        </p:nvSpPr>
        <p:spPr>
          <a:xfrm>
            <a:off x="1383384" y="2465324"/>
            <a:ext cx="15521400" cy="3323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b="0" i="0">
                <a:solidFill>
                  <a:schemeClr val="dk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1" name="Google Shape;91;p14"/>
          <p:cNvSpPr txBox="1">
            <a:spLocks noGrp="1"/>
          </p:cNvSpPr>
          <p:nvPr>
            <p:ph type="subTitle" idx="1"/>
          </p:nvPr>
        </p:nvSpPr>
        <p:spPr>
          <a:xfrm>
            <a:off x="2743200" y="5760720"/>
            <a:ext cx="12801600" cy="25716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2" name="Google Shape;92;p14"/>
          <p:cNvSpPr txBox="1">
            <a:spLocks noGrp="1"/>
          </p:cNvSpPr>
          <p:nvPr>
            <p:ph type="ftr" idx="11"/>
          </p:nvPr>
        </p:nvSpPr>
        <p:spPr>
          <a:xfrm>
            <a:off x="6217920" y="9566910"/>
            <a:ext cx="5852400" cy="5142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3" name="Google Shape;93;p14"/>
          <p:cNvSpPr txBox="1">
            <a:spLocks noGrp="1"/>
          </p:cNvSpPr>
          <p:nvPr>
            <p:ph type="dt" idx="10"/>
          </p:nvPr>
        </p:nvSpPr>
        <p:spPr>
          <a:xfrm>
            <a:off x="914400" y="9566910"/>
            <a:ext cx="4206000" cy="51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4" name="Google Shape;94;p14"/>
          <p:cNvSpPr txBox="1">
            <a:spLocks noGrp="1"/>
          </p:cNvSpPr>
          <p:nvPr>
            <p:ph type="sldNum" idx="12"/>
          </p:nvPr>
        </p:nvSpPr>
        <p:spPr>
          <a:xfrm>
            <a:off x="13167360" y="9566910"/>
            <a:ext cx="4206000" cy="5541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_AND_BODY" type="tx">
  <p:cSld name="TITLE_AND_BODY">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623400" y="697400"/>
            <a:ext cx="17041200" cy="1145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344EAC"/>
              </a:buClr>
              <a:buSzPts val="2800"/>
              <a:buFont typeface="Open Sans ExtraBold"/>
              <a:buNone/>
              <a:defRPr>
                <a:solidFill>
                  <a:srgbClr val="344EAC"/>
                </a:solidFill>
                <a:latin typeface="Open Sans ExtraBold"/>
                <a:ea typeface="Open Sans ExtraBold"/>
                <a:cs typeface="Open Sans ExtraBold"/>
                <a:sym typeface="Open Sans ExtraBold"/>
              </a:defRPr>
            </a:lvl1pPr>
            <a:lvl2pPr lvl="1" algn="l">
              <a:lnSpc>
                <a:spcPct val="100000"/>
              </a:lnSpc>
              <a:spcBef>
                <a:spcPts val="0"/>
              </a:spcBef>
              <a:spcAft>
                <a:spcPts val="0"/>
              </a:spcAft>
              <a:buSzPts val="2800"/>
              <a:buFont typeface="Open Sans"/>
              <a:buNone/>
              <a:defRPr>
                <a:latin typeface="Open Sans"/>
                <a:ea typeface="Open Sans"/>
                <a:cs typeface="Open Sans"/>
                <a:sym typeface="Open Sans"/>
              </a:defRPr>
            </a:lvl2pPr>
            <a:lvl3pPr lvl="2" algn="l">
              <a:lnSpc>
                <a:spcPct val="100000"/>
              </a:lnSpc>
              <a:spcBef>
                <a:spcPts val="0"/>
              </a:spcBef>
              <a:spcAft>
                <a:spcPts val="0"/>
              </a:spcAft>
              <a:buSzPts val="2800"/>
              <a:buFont typeface="Open Sans"/>
              <a:buNone/>
              <a:defRPr>
                <a:latin typeface="Open Sans"/>
                <a:ea typeface="Open Sans"/>
                <a:cs typeface="Open Sans"/>
                <a:sym typeface="Open Sans"/>
              </a:defRPr>
            </a:lvl3pPr>
            <a:lvl4pPr lvl="3" algn="l">
              <a:lnSpc>
                <a:spcPct val="100000"/>
              </a:lnSpc>
              <a:spcBef>
                <a:spcPts val="0"/>
              </a:spcBef>
              <a:spcAft>
                <a:spcPts val="0"/>
              </a:spcAft>
              <a:buSzPts val="2800"/>
              <a:buFont typeface="Open Sans"/>
              <a:buNone/>
              <a:defRPr>
                <a:latin typeface="Open Sans"/>
                <a:ea typeface="Open Sans"/>
                <a:cs typeface="Open Sans"/>
                <a:sym typeface="Open Sans"/>
              </a:defRPr>
            </a:lvl4pPr>
            <a:lvl5pPr lvl="4" algn="l">
              <a:lnSpc>
                <a:spcPct val="100000"/>
              </a:lnSpc>
              <a:spcBef>
                <a:spcPts val="0"/>
              </a:spcBef>
              <a:spcAft>
                <a:spcPts val="0"/>
              </a:spcAft>
              <a:buSzPts val="2800"/>
              <a:buFont typeface="Open Sans"/>
              <a:buNone/>
              <a:defRPr>
                <a:latin typeface="Open Sans"/>
                <a:ea typeface="Open Sans"/>
                <a:cs typeface="Open Sans"/>
                <a:sym typeface="Open Sans"/>
              </a:defRPr>
            </a:lvl5pPr>
            <a:lvl6pPr lvl="5" algn="l">
              <a:lnSpc>
                <a:spcPct val="100000"/>
              </a:lnSpc>
              <a:spcBef>
                <a:spcPts val="0"/>
              </a:spcBef>
              <a:spcAft>
                <a:spcPts val="0"/>
              </a:spcAft>
              <a:buSzPts val="2800"/>
              <a:buFont typeface="Open Sans"/>
              <a:buNone/>
              <a:defRPr>
                <a:latin typeface="Open Sans"/>
                <a:ea typeface="Open Sans"/>
                <a:cs typeface="Open Sans"/>
                <a:sym typeface="Open Sans"/>
              </a:defRPr>
            </a:lvl6pPr>
            <a:lvl7pPr lvl="6" algn="l">
              <a:lnSpc>
                <a:spcPct val="100000"/>
              </a:lnSpc>
              <a:spcBef>
                <a:spcPts val="0"/>
              </a:spcBef>
              <a:spcAft>
                <a:spcPts val="0"/>
              </a:spcAft>
              <a:buSzPts val="2800"/>
              <a:buFont typeface="Open Sans"/>
              <a:buNone/>
              <a:defRPr>
                <a:latin typeface="Open Sans"/>
                <a:ea typeface="Open Sans"/>
                <a:cs typeface="Open Sans"/>
                <a:sym typeface="Open Sans"/>
              </a:defRPr>
            </a:lvl7pPr>
            <a:lvl8pPr lvl="7" algn="l">
              <a:lnSpc>
                <a:spcPct val="100000"/>
              </a:lnSpc>
              <a:spcBef>
                <a:spcPts val="0"/>
              </a:spcBef>
              <a:spcAft>
                <a:spcPts val="0"/>
              </a:spcAft>
              <a:buSzPts val="2800"/>
              <a:buFont typeface="Open Sans"/>
              <a:buNone/>
              <a:defRPr>
                <a:latin typeface="Open Sans"/>
                <a:ea typeface="Open Sans"/>
                <a:cs typeface="Open Sans"/>
                <a:sym typeface="Open Sans"/>
              </a:defRPr>
            </a:lvl8pPr>
            <a:lvl9pPr lvl="8" algn="l">
              <a:lnSpc>
                <a:spcPct val="100000"/>
              </a:lnSpc>
              <a:spcBef>
                <a:spcPts val="0"/>
              </a:spcBef>
              <a:spcAft>
                <a:spcPts val="0"/>
              </a:spcAft>
              <a:buSzPts val="2800"/>
              <a:buFont typeface="Open Sans"/>
              <a:buNone/>
              <a:defRPr>
                <a:latin typeface="Open Sans"/>
                <a:ea typeface="Open Sans"/>
                <a:cs typeface="Open Sans"/>
                <a:sym typeface="Open Sans"/>
              </a:defRPr>
            </a:lvl9pPr>
          </a:lstStyle>
          <a:p>
            <a:endParaRPr/>
          </a:p>
        </p:txBody>
      </p:sp>
      <p:sp>
        <p:nvSpPr>
          <p:cNvPr id="97" name="Google Shape;97;p15"/>
          <p:cNvSpPr txBox="1">
            <a:spLocks noGrp="1"/>
          </p:cNvSpPr>
          <p:nvPr>
            <p:ph type="body" idx="1"/>
          </p:nvPr>
        </p:nvSpPr>
        <p:spPr>
          <a:xfrm>
            <a:off x="623400" y="2304950"/>
            <a:ext cx="17041200" cy="68328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800"/>
              <a:buFont typeface="Open Sans"/>
              <a:buNone/>
              <a:defRPr>
                <a:latin typeface="Open Sans"/>
                <a:ea typeface="Open Sans"/>
                <a:cs typeface="Open Sans"/>
                <a:sym typeface="Open Sans"/>
              </a:defRPr>
            </a:lvl1pPr>
            <a:lvl2pPr marL="914400" lvl="1" indent="-228600" algn="l">
              <a:lnSpc>
                <a:spcPct val="100000"/>
              </a:lnSpc>
              <a:spcBef>
                <a:spcPts val="0"/>
              </a:spcBef>
              <a:spcAft>
                <a:spcPts val="0"/>
              </a:spcAft>
              <a:buSzPts val="2800"/>
              <a:buFont typeface="Open Sans"/>
              <a:buNone/>
              <a:defRPr>
                <a:latin typeface="Open Sans"/>
                <a:ea typeface="Open Sans"/>
                <a:cs typeface="Open Sans"/>
                <a:sym typeface="Open Sans"/>
              </a:defRPr>
            </a:lvl2pPr>
            <a:lvl3pPr marL="1371600" lvl="2" indent="-228600" algn="l">
              <a:lnSpc>
                <a:spcPct val="100000"/>
              </a:lnSpc>
              <a:spcBef>
                <a:spcPts val="0"/>
              </a:spcBef>
              <a:spcAft>
                <a:spcPts val="0"/>
              </a:spcAft>
              <a:buSzPts val="2800"/>
              <a:buFont typeface="Open Sans"/>
              <a:buNone/>
              <a:defRPr>
                <a:latin typeface="Open Sans"/>
                <a:ea typeface="Open Sans"/>
                <a:cs typeface="Open Sans"/>
                <a:sym typeface="Open Sans"/>
              </a:defRPr>
            </a:lvl3pPr>
            <a:lvl4pPr marL="1828800" lvl="3" indent="-228600" algn="l">
              <a:lnSpc>
                <a:spcPct val="100000"/>
              </a:lnSpc>
              <a:spcBef>
                <a:spcPts val="0"/>
              </a:spcBef>
              <a:spcAft>
                <a:spcPts val="0"/>
              </a:spcAft>
              <a:buSzPts val="2800"/>
              <a:buFont typeface="Open Sans"/>
              <a:buNone/>
              <a:defRPr>
                <a:latin typeface="Open Sans"/>
                <a:ea typeface="Open Sans"/>
                <a:cs typeface="Open Sans"/>
                <a:sym typeface="Open Sans"/>
              </a:defRPr>
            </a:lvl4pPr>
            <a:lvl5pPr marL="2286000" lvl="4" indent="-228600" algn="l">
              <a:lnSpc>
                <a:spcPct val="100000"/>
              </a:lnSpc>
              <a:spcBef>
                <a:spcPts val="0"/>
              </a:spcBef>
              <a:spcAft>
                <a:spcPts val="0"/>
              </a:spcAft>
              <a:buSzPts val="2800"/>
              <a:buFont typeface="Open Sans"/>
              <a:buNone/>
              <a:defRPr>
                <a:latin typeface="Open Sans"/>
                <a:ea typeface="Open Sans"/>
                <a:cs typeface="Open Sans"/>
                <a:sym typeface="Open Sans"/>
              </a:defRPr>
            </a:lvl5pPr>
            <a:lvl6pPr marL="2743200" lvl="5" indent="-228600" algn="l">
              <a:lnSpc>
                <a:spcPct val="100000"/>
              </a:lnSpc>
              <a:spcBef>
                <a:spcPts val="0"/>
              </a:spcBef>
              <a:spcAft>
                <a:spcPts val="0"/>
              </a:spcAft>
              <a:buSzPts val="2800"/>
              <a:buFont typeface="Open Sans"/>
              <a:buNone/>
              <a:defRPr>
                <a:latin typeface="Open Sans"/>
                <a:ea typeface="Open Sans"/>
                <a:cs typeface="Open Sans"/>
                <a:sym typeface="Open Sans"/>
              </a:defRPr>
            </a:lvl6pPr>
            <a:lvl7pPr marL="3200400" lvl="6" indent="-228600" algn="l">
              <a:lnSpc>
                <a:spcPct val="100000"/>
              </a:lnSpc>
              <a:spcBef>
                <a:spcPts val="0"/>
              </a:spcBef>
              <a:spcAft>
                <a:spcPts val="0"/>
              </a:spcAft>
              <a:buSzPts val="2800"/>
              <a:buFont typeface="Open Sans"/>
              <a:buNone/>
              <a:defRPr>
                <a:latin typeface="Open Sans"/>
                <a:ea typeface="Open Sans"/>
                <a:cs typeface="Open Sans"/>
                <a:sym typeface="Open Sans"/>
              </a:defRPr>
            </a:lvl7pPr>
            <a:lvl8pPr marL="3657600" lvl="7" indent="-228600" algn="l">
              <a:lnSpc>
                <a:spcPct val="100000"/>
              </a:lnSpc>
              <a:spcBef>
                <a:spcPts val="0"/>
              </a:spcBef>
              <a:spcAft>
                <a:spcPts val="0"/>
              </a:spcAft>
              <a:buSzPts val="2800"/>
              <a:buFont typeface="Open Sans"/>
              <a:buNone/>
              <a:defRPr>
                <a:latin typeface="Open Sans"/>
                <a:ea typeface="Open Sans"/>
                <a:cs typeface="Open Sans"/>
                <a:sym typeface="Open Sans"/>
              </a:defRPr>
            </a:lvl8pPr>
            <a:lvl9pPr marL="4114800" lvl="8" indent="-228600" algn="l">
              <a:lnSpc>
                <a:spcPct val="100000"/>
              </a:lnSpc>
              <a:spcBef>
                <a:spcPts val="0"/>
              </a:spcBef>
              <a:spcAft>
                <a:spcPts val="0"/>
              </a:spcAft>
              <a:buSzPts val="2800"/>
              <a:buFont typeface="Open Sans"/>
              <a:buNone/>
              <a:defRPr>
                <a:latin typeface="Open Sans"/>
                <a:ea typeface="Open Sans"/>
                <a:cs typeface="Open Sans"/>
                <a:sym typeface="Open Sans"/>
              </a:defRPr>
            </a:lvl9pPr>
          </a:lstStyle>
          <a:p>
            <a:endParaRPr/>
          </a:p>
        </p:txBody>
      </p:sp>
      <p:sp>
        <p:nvSpPr>
          <p:cNvPr id="98" name="Google Shape;98;p15"/>
          <p:cNvSpPr txBox="1"/>
          <p:nvPr/>
        </p:nvSpPr>
        <p:spPr>
          <a:xfrm>
            <a:off x="10355900" y="9733950"/>
            <a:ext cx="76698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344EAC"/>
                </a:solidFill>
                <a:latin typeface="Open Sans"/>
                <a:ea typeface="Open Sans"/>
                <a:cs typeface="Open Sans"/>
                <a:sym typeface="Open Sans"/>
              </a:rPr>
              <a:t>Kementerian Pendidikan, Kebudayaan, Riset, dan Teknologi</a:t>
            </a:r>
            <a:endParaRPr sz="1800" b="0" i="0" u="none" strike="noStrike" cap="none">
              <a:solidFill>
                <a:srgbClr val="344EAC"/>
              </a:solidFill>
              <a:latin typeface="Open Sans"/>
              <a:ea typeface="Open Sans"/>
              <a:cs typeface="Open Sans"/>
              <a:sym typeface="Open Sans"/>
            </a:endParaRPr>
          </a:p>
        </p:txBody>
      </p:sp>
      <p:pic>
        <p:nvPicPr>
          <p:cNvPr id="99" name="Google Shape;99;p15" descr="Google Shape;12;p5"/>
          <p:cNvPicPr preferRelativeResize="0"/>
          <p:nvPr/>
        </p:nvPicPr>
        <p:blipFill rotWithShape="1">
          <a:blip r:embed="rId2">
            <a:alphaModFix/>
          </a:blip>
          <a:srcRect l="18919" t="10" r="12234" b="-10"/>
          <a:stretch/>
        </p:blipFill>
        <p:spPr>
          <a:xfrm>
            <a:off x="11215900" y="9770926"/>
            <a:ext cx="299000" cy="3070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00"/>
        <p:cNvGrpSpPr/>
        <p:nvPr/>
      </p:nvGrpSpPr>
      <p:grpSpPr>
        <a:xfrm>
          <a:off x="0" y="0"/>
          <a:ext cx="0" cy="0"/>
          <a:chOff x="0" y="0"/>
          <a:chExt cx="0" cy="0"/>
        </a:xfrm>
      </p:grpSpPr>
      <p:sp>
        <p:nvSpPr>
          <p:cNvPr id="101" name="Google Shape;101;p16"/>
          <p:cNvSpPr txBox="1">
            <a:spLocks noGrp="1"/>
          </p:cNvSpPr>
          <p:nvPr>
            <p:ph type="title"/>
          </p:nvPr>
        </p:nvSpPr>
        <p:spPr>
          <a:xfrm>
            <a:off x="776478" y="749300"/>
            <a:ext cx="16735200" cy="965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sz="6000" b="1" i="0">
                <a:solidFill>
                  <a:srgbClr val="1C4586"/>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2" name="Google Shape;102;p16"/>
          <p:cNvSpPr txBox="1">
            <a:spLocks noGrp="1"/>
          </p:cNvSpPr>
          <p:nvPr>
            <p:ph type="body" idx="1"/>
          </p:nvPr>
        </p:nvSpPr>
        <p:spPr>
          <a:xfrm>
            <a:off x="1313434" y="3871976"/>
            <a:ext cx="15661200" cy="26226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2800"/>
              <a:buNone/>
              <a:defRPr sz="2400" b="1" i="0">
                <a:solidFill>
                  <a:srgbClr val="CFF3FB"/>
                </a:solidFill>
                <a:latin typeface="Arial"/>
                <a:ea typeface="Arial"/>
                <a:cs typeface="Arial"/>
                <a:sym typeface="Arial"/>
              </a:defRPr>
            </a:lvl1pPr>
            <a:lvl2pPr marL="914400" lvl="1" indent="-228600" algn="l">
              <a:lnSpc>
                <a:spcPct val="100000"/>
              </a:lnSpc>
              <a:spcBef>
                <a:spcPts val="0"/>
              </a:spcBef>
              <a:spcAft>
                <a:spcPts val="0"/>
              </a:spcAft>
              <a:buSzPts val="2800"/>
              <a:buNone/>
              <a:defRPr/>
            </a:lvl2pPr>
            <a:lvl3pPr marL="1371600" lvl="2" indent="-228600" algn="l">
              <a:lnSpc>
                <a:spcPct val="100000"/>
              </a:lnSpc>
              <a:spcBef>
                <a:spcPts val="0"/>
              </a:spcBef>
              <a:spcAft>
                <a:spcPts val="0"/>
              </a:spcAft>
              <a:buSzPts val="2800"/>
              <a:buNone/>
              <a:defRPr/>
            </a:lvl3pPr>
            <a:lvl4pPr marL="1828800" lvl="3" indent="-228600" algn="l">
              <a:lnSpc>
                <a:spcPct val="100000"/>
              </a:lnSpc>
              <a:spcBef>
                <a:spcPts val="0"/>
              </a:spcBef>
              <a:spcAft>
                <a:spcPts val="0"/>
              </a:spcAft>
              <a:buSzPts val="2800"/>
              <a:buNone/>
              <a:defRPr/>
            </a:lvl4pPr>
            <a:lvl5pPr marL="2286000" lvl="4" indent="-228600" algn="l">
              <a:lnSpc>
                <a:spcPct val="100000"/>
              </a:lnSpc>
              <a:spcBef>
                <a:spcPts val="0"/>
              </a:spcBef>
              <a:spcAft>
                <a:spcPts val="0"/>
              </a:spcAft>
              <a:buSzPts val="2800"/>
              <a:buNone/>
              <a:defRPr/>
            </a:lvl5pPr>
            <a:lvl6pPr marL="2743200" lvl="5" indent="-228600" algn="l">
              <a:lnSpc>
                <a:spcPct val="100000"/>
              </a:lnSpc>
              <a:spcBef>
                <a:spcPts val="0"/>
              </a:spcBef>
              <a:spcAft>
                <a:spcPts val="0"/>
              </a:spcAft>
              <a:buSzPts val="2800"/>
              <a:buNone/>
              <a:defRPr/>
            </a:lvl6pPr>
            <a:lvl7pPr marL="3200400" lvl="6" indent="-228600" algn="l">
              <a:lnSpc>
                <a:spcPct val="100000"/>
              </a:lnSpc>
              <a:spcBef>
                <a:spcPts val="0"/>
              </a:spcBef>
              <a:spcAft>
                <a:spcPts val="0"/>
              </a:spcAft>
              <a:buSzPts val="2800"/>
              <a:buNone/>
              <a:defRPr/>
            </a:lvl7pPr>
            <a:lvl8pPr marL="3657600" lvl="7" indent="-228600" algn="l">
              <a:lnSpc>
                <a:spcPct val="100000"/>
              </a:lnSpc>
              <a:spcBef>
                <a:spcPts val="0"/>
              </a:spcBef>
              <a:spcAft>
                <a:spcPts val="0"/>
              </a:spcAft>
              <a:buSzPts val="2800"/>
              <a:buNone/>
              <a:defRPr/>
            </a:lvl8pPr>
            <a:lvl9pPr marL="4114800" lvl="8" indent="-228600" algn="l">
              <a:lnSpc>
                <a:spcPct val="100000"/>
              </a:lnSpc>
              <a:spcBef>
                <a:spcPts val="0"/>
              </a:spcBef>
              <a:spcAft>
                <a:spcPts val="0"/>
              </a:spcAft>
              <a:buSzPts val="2800"/>
              <a:buNone/>
              <a:defRPr/>
            </a:lvl9pPr>
          </a:lstStyle>
          <a:p>
            <a:endParaRPr/>
          </a:p>
        </p:txBody>
      </p:sp>
      <p:sp>
        <p:nvSpPr>
          <p:cNvPr id="103" name="Google Shape;103;p16"/>
          <p:cNvSpPr txBox="1">
            <a:spLocks noGrp="1"/>
          </p:cNvSpPr>
          <p:nvPr>
            <p:ph type="ftr" idx="11"/>
          </p:nvPr>
        </p:nvSpPr>
        <p:spPr>
          <a:xfrm>
            <a:off x="6217920" y="9566910"/>
            <a:ext cx="5852400" cy="5142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4" name="Google Shape;104;p16"/>
          <p:cNvSpPr txBox="1">
            <a:spLocks noGrp="1"/>
          </p:cNvSpPr>
          <p:nvPr>
            <p:ph type="dt" idx="10"/>
          </p:nvPr>
        </p:nvSpPr>
        <p:spPr>
          <a:xfrm>
            <a:off x="914400" y="9566910"/>
            <a:ext cx="4206000" cy="51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5" name="Google Shape;105;p16"/>
          <p:cNvSpPr txBox="1">
            <a:spLocks noGrp="1"/>
          </p:cNvSpPr>
          <p:nvPr>
            <p:ph type="sldNum" idx="12"/>
          </p:nvPr>
        </p:nvSpPr>
        <p:spPr>
          <a:xfrm>
            <a:off x="13167360" y="9566910"/>
            <a:ext cx="4206000" cy="5541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6"/>
        <p:cNvGrpSpPr/>
        <p:nvPr/>
      </p:nvGrpSpPr>
      <p:grpSpPr>
        <a:xfrm>
          <a:off x="0" y="0"/>
          <a:ext cx="0" cy="0"/>
          <a:chOff x="0" y="0"/>
          <a:chExt cx="0" cy="0"/>
        </a:xfrm>
      </p:grpSpPr>
      <p:sp>
        <p:nvSpPr>
          <p:cNvPr id="107" name="Google Shape;107;p17"/>
          <p:cNvSpPr txBox="1">
            <a:spLocks noGrp="1"/>
          </p:cNvSpPr>
          <p:nvPr>
            <p:ph type="title"/>
          </p:nvPr>
        </p:nvSpPr>
        <p:spPr>
          <a:xfrm>
            <a:off x="776478" y="749300"/>
            <a:ext cx="16735200" cy="965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sz="6000" b="1" i="0">
                <a:solidFill>
                  <a:srgbClr val="1C4586"/>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8" name="Google Shape;108;p17"/>
          <p:cNvSpPr txBox="1">
            <a:spLocks noGrp="1"/>
          </p:cNvSpPr>
          <p:nvPr>
            <p:ph type="ftr" idx="11"/>
          </p:nvPr>
        </p:nvSpPr>
        <p:spPr>
          <a:xfrm>
            <a:off x="6217920" y="9566910"/>
            <a:ext cx="5852400" cy="5142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9" name="Google Shape;109;p17"/>
          <p:cNvSpPr txBox="1">
            <a:spLocks noGrp="1"/>
          </p:cNvSpPr>
          <p:nvPr>
            <p:ph type="dt" idx="10"/>
          </p:nvPr>
        </p:nvSpPr>
        <p:spPr>
          <a:xfrm>
            <a:off x="914400" y="9566910"/>
            <a:ext cx="4206000" cy="51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0" name="Google Shape;110;p17"/>
          <p:cNvSpPr txBox="1">
            <a:spLocks noGrp="1"/>
          </p:cNvSpPr>
          <p:nvPr>
            <p:ph type="sldNum" idx="12"/>
          </p:nvPr>
        </p:nvSpPr>
        <p:spPr>
          <a:xfrm>
            <a:off x="13167360" y="9566910"/>
            <a:ext cx="4206000" cy="5541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11"/>
        <p:cNvGrpSpPr/>
        <p:nvPr/>
      </p:nvGrpSpPr>
      <p:grpSpPr>
        <a:xfrm>
          <a:off x="0" y="0"/>
          <a:ext cx="0" cy="0"/>
          <a:chOff x="0" y="0"/>
          <a:chExt cx="0" cy="0"/>
        </a:xfrm>
      </p:grpSpPr>
      <p:sp>
        <p:nvSpPr>
          <p:cNvPr id="112" name="Google Shape;112;p18"/>
          <p:cNvSpPr txBox="1">
            <a:spLocks noGrp="1"/>
          </p:cNvSpPr>
          <p:nvPr>
            <p:ph type="title"/>
          </p:nvPr>
        </p:nvSpPr>
        <p:spPr>
          <a:xfrm>
            <a:off x="776478" y="749300"/>
            <a:ext cx="16735200" cy="965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sz="6000" b="1" i="0">
                <a:solidFill>
                  <a:srgbClr val="1C4586"/>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3" name="Google Shape;113;p18"/>
          <p:cNvSpPr txBox="1">
            <a:spLocks noGrp="1"/>
          </p:cNvSpPr>
          <p:nvPr>
            <p:ph type="body" idx="1"/>
          </p:nvPr>
        </p:nvSpPr>
        <p:spPr>
          <a:xfrm>
            <a:off x="914400" y="2366010"/>
            <a:ext cx="7955400" cy="67896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2800"/>
              <a:buNone/>
              <a:defRPr/>
            </a:lvl1pPr>
            <a:lvl2pPr marL="914400" lvl="1" indent="-228600" algn="l">
              <a:lnSpc>
                <a:spcPct val="100000"/>
              </a:lnSpc>
              <a:spcBef>
                <a:spcPts val="0"/>
              </a:spcBef>
              <a:spcAft>
                <a:spcPts val="0"/>
              </a:spcAft>
              <a:buSzPts val="2800"/>
              <a:buNone/>
              <a:defRPr/>
            </a:lvl2pPr>
            <a:lvl3pPr marL="1371600" lvl="2" indent="-228600" algn="l">
              <a:lnSpc>
                <a:spcPct val="100000"/>
              </a:lnSpc>
              <a:spcBef>
                <a:spcPts val="0"/>
              </a:spcBef>
              <a:spcAft>
                <a:spcPts val="0"/>
              </a:spcAft>
              <a:buSzPts val="2800"/>
              <a:buNone/>
              <a:defRPr/>
            </a:lvl3pPr>
            <a:lvl4pPr marL="1828800" lvl="3" indent="-228600" algn="l">
              <a:lnSpc>
                <a:spcPct val="100000"/>
              </a:lnSpc>
              <a:spcBef>
                <a:spcPts val="0"/>
              </a:spcBef>
              <a:spcAft>
                <a:spcPts val="0"/>
              </a:spcAft>
              <a:buSzPts val="2800"/>
              <a:buNone/>
              <a:defRPr/>
            </a:lvl4pPr>
            <a:lvl5pPr marL="2286000" lvl="4" indent="-228600" algn="l">
              <a:lnSpc>
                <a:spcPct val="100000"/>
              </a:lnSpc>
              <a:spcBef>
                <a:spcPts val="0"/>
              </a:spcBef>
              <a:spcAft>
                <a:spcPts val="0"/>
              </a:spcAft>
              <a:buSzPts val="2800"/>
              <a:buNone/>
              <a:defRPr/>
            </a:lvl5pPr>
            <a:lvl6pPr marL="2743200" lvl="5" indent="-228600" algn="l">
              <a:lnSpc>
                <a:spcPct val="100000"/>
              </a:lnSpc>
              <a:spcBef>
                <a:spcPts val="0"/>
              </a:spcBef>
              <a:spcAft>
                <a:spcPts val="0"/>
              </a:spcAft>
              <a:buSzPts val="2800"/>
              <a:buNone/>
              <a:defRPr/>
            </a:lvl6pPr>
            <a:lvl7pPr marL="3200400" lvl="6" indent="-228600" algn="l">
              <a:lnSpc>
                <a:spcPct val="100000"/>
              </a:lnSpc>
              <a:spcBef>
                <a:spcPts val="0"/>
              </a:spcBef>
              <a:spcAft>
                <a:spcPts val="0"/>
              </a:spcAft>
              <a:buSzPts val="2800"/>
              <a:buNone/>
              <a:defRPr/>
            </a:lvl7pPr>
            <a:lvl8pPr marL="3657600" lvl="7" indent="-228600" algn="l">
              <a:lnSpc>
                <a:spcPct val="100000"/>
              </a:lnSpc>
              <a:spcBef>
                <a:spcPts val="0"/>
              </a:spcBef>
              <a:spcAft>
                <a:spcPts val="0"/>
              </a:spcAft>
              <a:buSzPts val="2800"/>
              <a:buNone/>
              <a:defRPr/>
            </a:lvl8pPr>
            <a:lvl9pPr marL="4114800" lvl="8" indent="-228600" algn="l">
              <a:lnSpc>
                <a:spcPct val="100000"/>
              </a:lnSpc>
              <a:spcBef>
                <a:spcPts val="0"/>
              </a:spcBef>
              <a:spcAft>
                <a:spcPts val="0"/>
              </a:spcAft>
              <a:buSzPts val="2800"/>
              <a:buNone/>
              <a:defRPr/>
            </a:lvl9pPr>
          </a:lstStyle>
          <a:p>
            <a:endParaRPr/>
          </a:p>
        </p:txBody>
      </p:sp>
      <p:sp>
        <p:nvSpPr>
          <p:cNvPr id="114" name="Google Shape;114;p18"/>
          <p:cNvSpPr txBox="1">
            <a:spLocks noGrp="1"/>
          </p:cNvSpPr>
          <p:nvPr>
            <p:ph type="body" idx="2"/>
          </p:nvPr>
        </p:nvSpPr>
        <p:spPr>
          <a:xfrm>
            <a:off x="9418320" y="2366010"/>
            <a:ext cx="7955400" cy="67896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2800"/>
              <a:buNone/>
              <a:defRPr/>
            </a:lvl1pPr>
            <a:lvl2pPr marL="914400" lvl="1" indent="-228600" algn="l">
              <a:lnSpc>
                <a:spcPct val="100000"/>
              </a:lnSpc>
              <a:spcBef>
                <a:spcPts val="0"/>
              </a:spcBef>
              <a:spcAft>
                <a:spcPts val="0"/>
              </a:spcAft>
              <a:buSzPts val="2800"/>
              <a:buNone/>
              <a:defRPr/>
            </a:lvl2pPr>
            <a:lvl3pPr marL="1371600" lvl="2" indent="-228600" algn="l">
              <a:lnSpc>
                <a:spcPct val="100000"/>
              </a:lnSpc>
              <a:spcBef>
                <a:spcPts val="0"/>
              </a:spcBef>
              <a:spcAft>
                <a:spcPts val="0"/>
              </a:spcAft>
              <a:buSzPts val="2800"/>
              <a:buNone/>
              <a:defRPr/>
            </a:lvl3pPr>
            <a:lvl4pPr marL="1828800" lvl="3" indent="-228600" algn="l">
              <a:lnSpc>
                <a:spcPct val="100000"/>
              </a:lnSpc>
              <a:spcBef>
                <a:spcPts val="0"/>
              </a:spcBef>
              <a:spcAft>
                <a:spcPts val="0"/>
              </a:spcAft>
              <a:buSzPts val="2800"/>
              <a:buNone/>
              <a:defRPr/>
            </a:lvl4pPr>
            <a:lvl5pPr marL="2286000" lvl="4" indent="-228600" algn="l">
              <a:lnSpc>
                <a:spcPct val="100000"/>
              </a:lnSpc>
              <a:spcBef>
                <a:spcPts val="0"/>
              </a:spcBef>
              <a:spcAft>
                <a:spcPts val="0"/>
              </a:spcAft>
              <a:buSzPts val="2800"/>
              <a:buNone/>
              <a:defRPr/>
            </a:lvl5pPr>
            <a:lvl6pPr marL="2743200" lvl="5" indent="-228600" algn="l">
              <a:lnSpc>
                <a:spcPct val="100000"/>
              </a:lnSpc>
              <a:spcBef>
                <a:spcPts val="0"/>
              </a:spcBef>
              <a:spcAft>
                <a:spcPts val="0"/>
              </a:spcAft>
              <a:buSzPts val="2800"/>
              <a:buNone/>
              <a:defRPr/>
            </a:lvl6pPr>
            <a:lvl7pPr marL="3200400" lvl="6" indent="-228600" algn="l">
              <a:lnSpc>
                <a:spcPct val="100000"/>
              </a:lnSpc>
              <a:spcBef>
                <a:spcPts val="0"/>
              </a:spcBef>
              <a:spcAft>
                <a:spcPts val="0"/>
              </a:spcAft>
              <a:buSzPts val="2800"/>
              <a:buNone/>
              <a:defRPr/>
            </a:lvl7pPr>
            <a:lvl8pPr marL="3657600" lvl="7" indent="-228600" algn="l">
              <a:lnSpc>
                <a:spcPct val="100000"/>
              </a:lnSpc>
              <a:spcBef>
                <a:spcPts val="0"/>
              </a:spcBef>
              <a:spcAft>
                <a:spcPts val="0"/>
              </a:spcAft>
              <a:buSzPts val="2800"/>
              <a:buNone/>
              <a:defRPr/>
            </a:lvl8pPr>
            <a:lvl9pPr marL="4114800" lvl="8" indent="-228600" algn="l">
              <a:lnSpc>
                <a:spcPct val="100000"/>
              </a:lnSpc>
              <a:spcBef>
                <a:spcPts val="0"/>
              </a:spcBef>
              <a:spcAft>
                <a:spcPts val="0"/>
              </a:spcAft>
              <a:buSzPts val="2800"/>
              <a:buNone/>
              <a:defRPr/>
            </a:lvl9pPr>
          </a:lstStyle>
          <a:p>
            <a:endParaRPr/>
          </a:p>
        </p:txBody>
      </p:sp>
      <p:sp>
        <p:nvSpPr>
          <p:cNvPr id="115" name="Google Shape;115;p18"/>
          <p:cNvSpPr txBox="1">
            <a:spLocks noGrp="1"/>
          </p:cNvSpPr>
          <p:nvPr>
            <p:ph type="ftr" idx="11"/>
          </p:nvPr>
        </p:nvSpPr>
        <p:spPr>
          <a:xfrm>
            <a:off x="6217920" y="9566910"/>
            <a:ext cx="5852400" cy="5142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6" name="Google Shape;116;p18"/>
          <p:cNvSpPr txBox="1">
            <a:spLocks noGrp="1"/>
          </p:cNvSpPr>
          <p:nvPr>
            <p:ph type="dt" idx="10"/>
          </p:nvPr>
        </p:nvSpPr>
        <p:spPr>
          <a:xfrm>
            <a:off x="914400" y="9566910"/>
            <a:ext cx="4206000" cy="51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7" name="Google Shape;117;p18"/>
          <p:cNvSpPr txBox="1">
            <a:spLocks noGrp="1"/>
          </p:cNvSpPr>
          <p:nvPr>
            <p:ph type="sldNum" idx="12"/>
          </p:nvPr>
        </p:nvSpPr>
        <p:spPr>
          <a:xfrm>
            <a:off x="13167360" y="9566910"/>
            <a:ext cx="4206000" cy="5541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18"/>
        <p:cNvGrpSpPr/>
        <p:nvPr/>
      </p:nvGrpSpPr>
      <p:grpSpPr>
        <a:xfrm>
          <a:off x="0" y="0"/>
          <a:ext cx="0" cy="0"/>
          <a:chOff x="0" y="0"/>
          <a:chExt cx="0" cy="0"/>
        </a:xfrm>
      </p:grpSpPr>
      <p:sp>
        <p:nvSpPr>
          <p:cNvPr id="119" name="Google Shape;119;p19"/>
          <p:cNvSpPr txBox="1">
            <a:spLocks noGrp="1"/>
          </p:cNvSpPr>
          <p:nvPr>
            <p:ph type="ftr" idx="11"/>
          </p:nvPr>
        </p:nvSpPr>
        <p:spPr>
          <a:xfrm>
            <a:off x="6217920" y="9566910"/>
            <a:ext cx="5852400" cy="5142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20" name="Google Shape;120;p19"/>
          <p:cNvSpPr txBox="1">
            <a:spLocks noGrp="1"/>
          </p:cNvSpPr>
          <p:nvPr>
            <p:ph type="dt" idx="10"/>
          </p:nvPr>
        </p:nvSpPr>
        <p:spPr>
          <a:xfrm>
            <a:off x="914400" y="9566910"/>
            <a:ext cx="4206000" cy="51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21" name="Google Shape;121;p19"/>
          <p:cNvSpPr txBox="1">
            <a:spLocks noGrp="1"/>
          </p:cNvSpPr>
          <p:nvPr>
            <p:ph type="sldNum" idx="12"/>
          </p:nvPr>
        </p:nvSpPr>
        <p:spPr>
          <a:xfrm>
            <a:off x="13167360" y="9566910"/>
            <a:ext cx="4206000" cy="5541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_ONLY_1">
  <p:cSld name="CAPTION_ONLY_1">
    <p:spTree>
      <p:nvGrpSpPr>
        <p:cNvPr id="1" name="Shape 122"/>
        <p:cNvGrpSpPr/>
        <p:nvPr/>
      </p:nvGrpSpPr>
      <p:grpSpPr>
        <a:xfrm>
          <a:off x="0" y="0"/>
          <a:ext cx="0" cy="0"/>
          <a:chOff x="0" y="0"/>
          <a:chExt cx="0" cy="0"/>
        </a:xfrm>
      </p:grpSpPr>
      <p:sp>
        <p:nvSpPr>
          <p:cNvPr id="123" name="Google Shape;123;p20"/>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Clr>
                <a:srgbClr val="344EAC"/>
              </a:buClr>
              <a:buSzPts val="3600"/>
              <a:buFont typeface="Open Sans ExtraBold"/>
              <a:buNone/>
              <a:defRPr>
                <a:solidFill>
                  <a:srgbClr val="344EAC"/>
                </a:solidFill>
                <a:latin typeface="Open Sans ExtraBold"/>
                <a:ea typeface="Open Sans ExtraBold"/>
                <a:cs typeface="Open Sans ExtraBold"/>
                <a:sym typeface="Open Sans ExtraBold"/>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124" name="Google Shape;124;p20"/>
          <p:cNvSpPr txBox="1"/>
          <p:nvPr/>
        </p:nvSpPr>
        <p:spPr>
          <a:xfrm>
            <a:off x="12420100" y="9733950"/>
            <a:ext cx="56052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344EAC"/>
                </a:solidFill>
                <a:latin typeface="Open Sans"/>
                <a:ea typeface="Open Sans"/>
                <a:cs typeface="Open Sans"/>
                <a:sym typeface="Open Sans"/>
              </a:rPr>
              <a:t>Kementerian Pendidikan Dasar dan Menengah</a:t>
            </a:r>
            <a:endParaRPr sz="1800" b="0" i="0" u="none" strike="noStrike" cap="none">
              <a:solidFill>
                <a:srgbClr val="344EAC"/>
              </a:solidFill>
              <a:latin typeface="Open Sans"/>
              <a:ea typeface="Open Sans"/>
              <a:cs typeface="Open Sans"/>
              <a:sym typeface="Open Sans"/>
            </a:endParaRPr>
          </a:p>
        </p:txBody>
      </p:sp>
      <p:pic>
        <p:nvPicPr>
          <p:cNvPr id="125" name="Google Shape;125;p20" descr="Google Shape;12;p5"/>
          <p:cNvPicPr preferRelativeResize="0"/>
          <p:nvPr/>
        </p:nvPicPr>
        <p:blipFill rotWithShape="1">
          <a:blip r:embed="rId2">
            <a:alphaModFix/>
          </a:blip>
          <a:srcRect l="18919" t="10" r="12234" b="-10"/>
          <a:stretch/>
        </p:blipFill>
        <p:spPr>
          <a:xfrm>
            <a:off x="12572500" y="9770926"/>
            <a:ext cx="299000" cy="3070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Heading">
  <p:cSld name="Heading">
    <p:spTree>
      <p:nvGrpSpPr>
        <p:cNvPr id="1" name="Shape 126"/>
        <p:cNvGrpSpPr/>
        <p:nvPr/>
      </p:nvGrpSpPr>
      <p:grpSpPr>
        <a:xfrm>
          <a:off x="0" y="0"/>
          <a:ext cx="0" cy="0"/>
          <a:chOff x="0" y="0"/>
          <a:chExt cx="0" cy="0"/>
        </a:xfrm>
      </p:grpSpPr>
      <p:sp>
        <p:nvSpPr>
          <p:cNvPr id="127" name="Google Shape;127;p21"/>
          <p:cNvSpPr txBox="1">
            <a:spLocks noGrp="1"/>
          </p:cNvSpPr>
          <p:nvPr>
            <p:ph type="title"/>
          </p:nvPr>
        </p:nvSpPr>
        <p:spPr>
          <a:xfrm>
            <a:off x="870858" y="576072"/>
            <a:ext cx="16546800" cy="1138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28" name="Google Shape;128;p21"/>
          <p:cNvSpPr txBox="1">
            <a:spLocks noGrp="1"/>
          </p:cNvSpPr>
          <p:nvPr>
            <p:ph type="subTitle" idx="1"/>
          </p:nvPr>
        </p:nvSpPr>
        <p:spPr>
          <a:xfrm>
            <a:off x="871538" y="2098538"/>
            <a:ext cx="16546800" cy="721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b="1"/>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29" name="Google Shape;129;p21"/>
          <p:cNvSpPr txBox="1">
            <a:spLocks noGrp="1"/>
          </p:cNvSpPr>
          <p:nvPr>
            <p:ph type="body" idx="2"/>
          </p:nvPr>
        </p:nvSpPr>
        <p:spPr>
          <a:xfrm>
            <a:off x="870862" y="2819400"/>
            <a:ext cx="16546800" cy="67818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200"/>
              </a:spcBef>
              <a:spcAft>
                <a:spcPts val="0"/>
              </a:spcAft>
              <a:buClr>
                <a:schemeClr val="dk1"/>
              </a:buClr>
              <a:buSzPts val="2200"/>
              <a:buNone/>
              <a:defRPr sz="2200"/>
            </a:lvl1pPr>
            <a:lvl2pPr marL="914400" lvl="1" indent="-228600" algn="l">
              <a:lnSpc>
                <a:spcPct val="100000"/>
              </a:lnSpc>
              <a:spcBef>
                <a:spcPts val="600"/>
              </a:spcBef>
              <a:spcAft>
                <a:spcPts val="0"/>
              </a:spcAft>
              <a:buClr>
                <a:schemeClr val="dk1"/>
              </a:buClr>
              <a:buSzPts val="2200"/>
              <a:buNone/>
              <a:defRPr sz="2200"/>
            </a:lvl2pPr>
            <a:lvl3pPr marL="1371600" lvl="2" indent="-228600" algn="l">
              <a:lnSpc>
                <a:spcPct val="100000"/>
              </a:lnSpc>
              <a:spcBef>
                <a:spcPts val="600"/>
              </a:spcBef>
              <a:spcAft>
                <a:spcPts val="0"/>
              </a:spcAft>
              <a:buClr>
                <a:schemeClr val="dk1"/>
              </a:buClr>
              <a:buSzPts val="2200"/>
              <a:buNone/>
              <a:defRPr sz="2200"/>
            </a:lvl3pPr>
            <a:lvl4pPr marL="1828800" lvl="3" indent="-228600" algn="l">
              <a:lnSpc>
                <a:spcPct val="100000"/>
              </a:lnSpc>
              <a:spcBef>
                <a:spcPts val="600"/>
              </a:spcBef>
              <a:spcAft>
                <a:spcPts val="0"/>
              </a:spcAft>
              <a:buClr>
                <a:schemeClr val="dk1"/>
              </a:buClr>
              <a:buSzPts val="2200"/>
              <a:buNone/>
              <a:defRPr sz="2200"/>
            </a:lvl4pPr>
            <a:lvl5pPr marL="2286000" lvl="4" indent="-228600" algn="l">
              <a:lnSpc>
                <a:spcPct val="100000"/>
              </a:lnSpc>
              <a:spcBef>
                <a:spcPts val="600"/>
              </a:spcBef>
              <a:spcAft>
                <a:spcPts val="0"/>
              </a:spcAft>
              <a:buClr>
                <a:schemeClr val="dk1"/>
              </a:buClr>
              <a:buSzPts val="2200"/>
              <a:buNone/>
              <a:defRPr sz="2200"/>
            </a:lvl5pPr>
            <a:lvl6pPr marL="2743200" lvl="5" indent="-228600" algn="l">
              <a:lnSpc>
                <a:spcPct val="100000"/>
              </a:lnSpc>
              <a:spcBef>
                <a:spcPts val="600"/>
              </a:spcBef>
              <a:spcAft>
                <a:spcPts val="0"/>
              </a:spcAft>
              <a:buClr>
                <a:schemeClr val="dk1"/>
              </a:buClr>
              <a:buSzPts val="2200"/>
              <a:buNone/>
              <a:defRPr sz="2200"/>
            </a:lvl6pPr>
            <a:lvl7pPr marL="3200400" lvl="6" indent="-228600" algn="l">
              <a:lnSpc>
                <a:spcPct val="100000"/>
              </a:lnSpc>
              <a:spcBef>
                <a:spcPts val="600"/>
              </a:spcBef>
              <a:spcAft>
                <a:spcPts val="0"/>
              </a:spcAft>
              <a:buClr>
                <a:schemeClr val="dk1"/>
              </a:buClr>
              <a:buSzPts val="2200"/>
              <a:buNone/>
              <a:defRPr sz="2200"/>
            </a:lvl7pPr>
            <a:lvl8pPr marL="3657600" lvl="7" indent="-228600" algn="l">
              <a:lnSpc>
                <a:spcPct val="100000"/>
              </a:lnSpc>
              <a:spcBef>
                <a:spcPts val="600"/>
              </a:spcBef>
              <a:spcAft>
                <a:spcPts val="0"/>
              </a:spcAft>
              <a:buClr>
                <a:schemeClr val="dk1"/>
              </a:buClr>
              <a:buSzPts val="2200"/>
              <a:buNone/>
              <a:defRPr sz="2200"/>
            </a:lvl8pPr>
            <a:lvl9pPr marL="4114800" lvl="8" indent="-228600" algn="l">
              <a:lnSpc>
                <a:spcPct val="100000"/>
              </a:lnSpc>
              <a:spcBef>
                <a:spcPts val="600"/>
              </a:spcBef>
              <a:spcAft>
                <a:spcPts val="0"/>
              </a:spcAft>
              <a:buClr>
                <a:schemeClr val="dk1"/>
              </a:buClr>
              <a:buSzPts val="2200"/>
              <a:buNone/>
              <a:defRPr sz="2200"/>
            </a:lvl9pPr>
          </a:lstStyle>
          <a:p>
            <a:endParaRPr/>
          </a:p>
        </p:txBody>
      </p:sp>
    </p:spTree>
  </p:cSld>
  <p:clrMapOvr>
    <a:masterClrMapping/>
  </p:clrMapOvr>
  <p:extLst>
    <p:ext uri="{DCECCB84-F9BA-43D5-87BE-67443E8EF086}">
      <p15:sldGuideLst xmlns:p15="http://schemas.microsoft.com/office/powerpoint/2012/main">
        <p15:guide id="1" orient="horz" pos="1320">
          <p15:clr>
            <a:srgbClr val="FBAE40"/>
          </p15:clr>
        </p15:guide>
        <p15:guide id="2" orient="horz" pos="177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130"/>
        <p:cNvGrpSpPr/>
        <p:nvPr/>
      </p:nvGrpSpPr>
      <p:grpSpPr>
        <a:xfrm>
          <a:off x="0" y="0"/>
          <a:ext cx="0" cy="0"/>
          <a:chOff x="0" y="0"/>
          <a:chExt cx="0" cy="0"/>
        </a:xfrm>
      </p:grpSpPr>
      <p:sp>
        <p:nvSpPr>
          <p:cNvPr id="131" name="Google Shape;131;p22"/>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Clr>
                <a:srgbClr val="002060"/>
              </a:buClr>
              <a:buSzPts val="5000"/>
              <a:buFont typeface="Lato Black"/>
              <a:buNone/>
              <a:defRPr sz="5000">
                <a:solidFill>
                  <a:srgbClr val="002060"/>
                </a:solidFill>
                <a:latin typeface="Lato Black"/>
                <a:ea typeface="Lato Black"/>
                <a:cs typeface="Lato Black"/>
                <a:sym typeface="Lato Black"/>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grpSp>
        <p:nvGrpSpPr>
          <p:cNvPr id="132" name="Google Shape;132;p22"/>
          <p:cNvGrpSpPr/>
          <p:nvPr/>
        </p:nvGrpSpPr>
        <p:grpSpPr>
          <a:xfrm>
            <a:off x="13622899" y="1303300"/>
            <a:ext cx="4665153" cy="54000"/>
            <a:chOff x="4888300" y="727847"/>
            <a:chExt cx="4255750" cy="27000"/>
          </a:xfrm>
        </p:grpSpPr>
        <p:sp>
          <p:nvSpPr>
            <p:cNvPr id="133" name="Google Shape;133;p22"/>
            <p:cNvSpPr/>
            <p:nvPr/>
          </p:nvSpPr>
          <p:spPr>
            <a:xfrm>
              <a:off x="4888300" y="727847"/>
              <a:ext cx="2127900" cy="27000"/>
            </a:xfrm>
            <a:prstGeom prst="rect">
              <a:avLst/>
            </a:prstGeom>
            <a:solidFill>
              <a:srgbClr val="49A6DB"/>
            </a:solid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sp>
          <p:nvSpPr>
            <p:cNvPr id="134" name="Google Shape;134;p22"/>
            <p:cNvSpPr/>
            <p:nvPr/>
          </p:nvSpPr>
          <p:spPr>
            <a:xfrm>
              <a:off x="7016150" y="727847"/>
              <a:ext cx="2127900" cy="27000"/>
            </a:xfrm>
            <a:prstGeom prst="rect">
              <a:avLst/>
            </a:prstGeom>
            <a:solidFill>
              <a:srgbClr val="17406D"/>
            </a:solid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grpSp>
      <p:sp>
        <p:nvSpPr>
          <p:cNvPr id="135" name="Google Shape;135;p22"/>
          <p:cNvSpPr txBox="1"/>
          <p:nvPr/>
        </p:nvSpPr>
        <p:spPr>
          <a:xfrm>
            <a:off x="11209950" y="9733950"/>
            <a:ext cx="68160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0592D6"/>
                </a:solidFill>
                <a:latin typeface="Lato"/>
                <a:ea typeface="Lato"/>
                <a:cs typeface="Lato"/>
                <a:sym typeface="Lato"/>
              </a:rPr>
              <a:t>Kementerian Pendidikan, Kebudayaan, Riset, dan Teknologi</a:t>
            </a:r>
            <a:endParaRPr sz="1800" b="0" i="0" u="none" strike="noStrike" cap="none">
              <a:solidFill>
                <a:srgbClr val="0592D6"/>
              </a:solidFill>
              <a:latin typeface="Lato"/>
              <a:ea typeface="Lato"/>
              <a:cs typeface="Lato"/>
              <a:sym typeface="Lato"/>
            </a:endParaRPr>
          </a:p>
        </p:txBody>
      </p:sp>
      <p:pic>
        <p:nvPicPr>
          <p:cNvPr id="136" name="Google Shape;136;p22" descr="Google Shape;12;p5"/>
          <p:cNvPicPr preferRelativeResize="0"/>
          <p:nvPr/>
        </p:nvPicPr>
        <p:blipFill rotWithShape="1">
          <a:blip r:embed="rId2">
            <a:alphaModFix/>
          </a:blip>
          <a:srcRect l="18919" t="10" r="12234" b="-10"/>
          <a:stretch/>
        </p:blipFill>
        <p:spPr>
          <a:xfrm>
            <a:off x="11661450" y="9770926"/>
            <a:ext cx="299000" cy="307050"/>
          </a:xfrm>
          <a:prstGeom prst="rect">
            <a:avLst/>
          </a:prstGeom>
          <a:noFill/>
          <a:ln>
            <a:noFill/>
          </a:ln>
        </p:spPr>
      </p:pic>
      <p:grpSp>
        <p:nvGrpSpPr>
          <p:cNvPr id="137" name="Google Shape;137;p22"/>
          <p:cNvGrpSpPr/>
          <p:nvPr/>
        </p:nvGrpSpPr>
        <p:grpSpPr>
          <a:xfrm>
            <a:off x="-50" y="9456010"/>
            <a:ext cx="5517876" cy="831000"/>
            <a:chOff x="-25" y="4752355"/>
            <a:chExt cx="2758938" cy="415500"/>
          </a:xfrm>
        </p:grpSpPr>
        <p:sp>
          <p:nvSpPr>
            <p:cNvPr id="138" name="Google Shape;138;p22"/>
            <p:cNvSpPr/>
            <p:nvPr/>
          </p:nvSpPr>
          <p:spPr>
            <a:xfrm>
              <a:off x="-25" y="4752375"/>
              <a:ext cx="2668500" cy="415200"/>
            </a:xfrm>
            <a:prstGeom prst="rect">
              <a:avLst/>
            </a:prstGeom>
            <a:solidFill>
              <a:srgbClr val="EEEEEE"/>
            </a:solidFill>
            <a:ln>
              <a:noFill/>
            </a:ln>
          </p:spPr>
          <p:txBody>
            <a:bodyPr spcFirstLastPara="1" wrap="square" lIns="91450" tIns="91450" rIns="91450" bIns="91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9" name="Google Shape;139;p22"/>
            <p:cNvPicPr preferRelativeResize="0"/>
            <p:nvPr/>
          </p:nvPicPr>
          <p:blipFill rotWithShape="1">
            <a:blip r:embed="rId3">
              <a:alphaModFix/>
            </a:blip>
            <a:srcRect/>
            <a:stretch/>
          </p:blipFill>
          <p:spPr>
            <a:xfrm>
              <a:off x="109869" y="4834280"/>
              <a:ext cx="247185" cy="247185"/>
            </a:xfrm>
            <a:prstGeom prst="rect">
              <a:avLst/>
            </a:prstGeom>
            <a:noFill/>
            <a:ln>
              <a:noFill/>
            </a:ln>
          </p:spPr>
        </p:pic>
        <p:sp>
          <p:nvSpPr>
            <p:cNvPr id="140" name="Google Shape;140;p22"/>
            <p:cNvSpPr/>
            <p:nvPr/>
          </p:nvSpPr>
          <p:spPr>
            <a:xfrm>
              <a:off x="2668313" y="4752355"/>
              <a:ext cx="90600" cy="415500"/>
            </a:xfrm>
            <a:prstGeom prst="rtTriangle">
              <a:avLst/>
            </a:prstGeom>
            <a:solidFill>
              <a:srgbClr val="EEEEEE"/>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rgbClr val="FFFFFF"/>
                </a:solidFill>
                <a:latin typeface="Calibri"/>
                <a:ea typeface="Calibri"/>
                <a:cs typeface="Calibri"/>
                <a:sym typeface="Calibri"/>
              </a:endParaRPr>
            </a:p>
          </p:txBody>
        </p:sp>
        <p:sp>
          <p:nvSpPr>
            <p:cNvPr id="141" name="Google Shape;141;p22"/>
            <p:cNvSpPr txBox="1"/>
            <p:nvPr/>
          </p:nvSpPr>
          <p:spPr>
            <a:xfrm>
              <a:off x="398225" y="4817700"/>
              <a:ext cx="2270100" cy="284700"/>
            </a:xfrm>
            <a:prstGeom prst="rect">
              <a:avLst/>
            </a:prstGeom>
            <a:noFill/>
            <a:ln>
              <a:noFill/>
            </a:ln>
          </p:spPr>
          <p:txBody>
            <a:bodyPr spcFirstLastPara="1" wrap="square" lIns="137150" tIns="68550" rIns="137150" bIns="6855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1400" b="1" i="0" u="none" strike="noStrike" cap="none">
                  <a:solidFill>
                    <a:srgbClr val="000000"/>
                  </a:solidFill>
                  <a:latin typeface="Lato"/>
                  <a:ea typeface="Lato"/>
                  <a:cs typeface="Lato"/>
                  <a:sym typeface="Lato"/>
                </a:rPr>
                <a:t>DOKUMEN RAHASIA. Tidak untuk disebarluaskan.</a:t>
              </a:r>
              <a:endParaRPr sz="1400" b="1"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3000"/>
                <a:buFont typeface="Arial"/>
                <a:buNone/>
              </a:pPr>
              <a:r>
                <a:rPr lang="en-US" sz="1400" b="0" i="0" u="none" strike="noStrike" cap="none">
                  <a:solidFill>
                    <a:srgbClr val="000000"/>
                  </a:solidFill>
                  <a:latin typeface="Lato"/>
                  <a:ea typeface="Lato"/>
                  <a:cs typeface="Lato"/>
                  <a:sym typeface="Lato"/>
                </a:rPr>
                <a:t>Ditjen GTK Kemendikbudristek</a:t>
              </a:r>
              <a:endParaRPr sz="1400" b="0" i="0" u="none" strike="noStrike" cap="none">
                <a:solidFill>
                  <a:srgbClr val="000000"/>
                </a:solidFill>
                <a:latin typeface="Lato"/>
                <a:ea typeface="Lato"/>
                <a:cs typeface="Lato"/>
                <a:sym typeface="Lato"/>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_ONLY_1">
  <p:cSld name="CAPTION_ONLY_1">
    <p:spTree>
      <p:nvGrpSpPr>
        <p:cNvPr id="1" name="Shape 146"/>
        <p:cNvGrpSpPr/>
        <p:nvPr/>
      </p:nvGrpSpPr>
      <p:grpSpPr>
        <a:xfrm>
          <a:off x="0" y="0"/>
          <a:ext cx="0" cy="0"/>
          <a:chOff x="0" y="0"/>
          <a:chExt cx="0" cy="0"/>
        </a:xfrm>
      </p:grpSpPr>
      <p:sp>
        <p:nvSpPr>
          <p:cNvPr id="147" name="Google Shape;147;p24"/>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Clr>
                <a:srgbClr val="344EAC"/>
              </a:buClr>
              <a:buSzPts val="3600"/>
              <a:buFont typeface="Open Sans ExtraBold"/>
              <a:buNone/>
              <a:defRPr>
                <a:solidFill>
                  <a:srgbClr val="344EAC"/>
                </a:solidFill>
                <a:latin typeface="Open Sans ExtraBold"/>
                <a:ea typeface="Open Sans ExtraBold"/>
                <a:cs typeface="Open Sans ExtraBold"/>
                <a:sym typeface="Open Sans ExtraBold"/>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148" name="Google Shape;148;p24"/>
          <p:cNvSpPr txBox="1"/>
          <p:nvPr/>
        </p:nvSpPr>
        <p:spPr>
          <a:xfrm>
            <a:off x="12420100" y="9733950"/>
            <a:ext cx="56052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344EAC"/>
                </a:solidFill>
                <a:latin typeface="Open Sans"/>
                <a:ea typeface="Open Sans"/>
                <a:cs typeface="Open Sans"/>
                <a:sym typeface="Open Sans"/>
              </a:rPr>
              <a:t>Kementerian Pendidikan Dasar dan Menengah</a:t>
            </a:r>
            <a:endParaRPr sz="1800" b="0" i="0" u="none" strike="noStrike" cap="none">
              <a:solidFill>
                <a:srgbClr val="344EAC"/>
              </a:solidFill>
              <a:latin typeface="Open Sans"/>
              <a:ea typeface="Open Sans"/>
              <a:cs typeface="Open Sans"/>
              <a:sym typeface="Open Sans"/>
            </a:endParaRPr>
          </a:p>
        </p:txBody>
      </p:sp>
      <p:pic>
        <p:nvPicPr>
          <p:cNvPr id="149" name="Google Shape;149;p24" descr="Google Shape;12;p5"/>
          <p:cNvPicPr preferRelativeResize="0"/>
          <p:nvPr/>
        </p:nvPicPr>
        <p:blipFill rotWithShape="1">
          <a:blip r:embed="rId2">
            <a:alphaModFix/>
          </a:blip>
          <a:srcRect l="18919" t="10" r="12234" b="-10"/>
          <a:stretch/>
        </p:blipFill>
        <p:spPr>
          <a:xfrm>
            <a:off x="12572500" y="9770926"/>
            <a:ext cx="299000" cy="30705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_ONLY_1_2">
  <p:cSld name="CAPTION_ONLY_1_2">
    <p:spTree>
      <p:nvGrpSpPr>
        <p:cNvPr id="1" name="Shape 150"/>
        <p:cNvGrpSpPr/>
        <p:nvPr/>
      </p:nvGrpSpPr>
      <p:grpSpPr>
        <a:xfrm>
          <a:off x="0" y="0"/>
          <a:ext cx="0" cy="0"/>
          <a:chOff x="0" y="0"/>
          <a:chExt cx="0" cy="0"/>
        </a:xfrm>
      </p:grpSpPr>
      <p:sp>
        <p:nvSpPr>
          <p:cNvPr id="151" name="Google Shape;151;p25"/>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Clr>
                <a:srgbClr val="344EAC"/>
              </a:buClr>
              <a:buSzPts val="3600"/>
              <a:buFont typeface="Open Sans ExtraBold"/>
              <a:buNone/>
              <a:defRPr>
                <a:solidFill>
                  <a:srgbClr val="344EAC"/>
                </a:solidFill>
                <a:latin typeface="Open Sans ExtraBold"/>
                <a:ea typeface="Open Sans ExtraBold"/>
                <a:cs typeface="Open Sans ExtraBold"/>
                <a:sym typeface="Open Sans ExtraBold"/>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152" name="Google Shape;152;p25"/>
          <p:cNvSpPr txBox="1"/>
          <p:nvPr/>
        </p:nvSpPr>
        <p:spPr>
          <a:xfrm>
            <a:off x="12420100" y="9733950"/>
            <a:ext cx="56052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344EAC"/>
                </a:solidFill>
                <a:latin typeface="Open Sans"/>
                <a:ea typeface="Open Sans"/>
                <a:cs typeface="Open Sans"/>
                <a:sym typeface="Open Sans"/>
              </a:rPr>
              <a:t>Kementerian Pendidikan Dasar dan Menengah</a:t>
            </a:r>
            <a:endParaRPr sz="1800" b="0" i="0" u="none" strike="noStrike" cap="none">
              <a:solidFill>
                <a:srgbClr val="344EAC"/>
              </a:solidFill>
              <a:latin typeface="Open Sans"/>
              <a:ea typeface="Open Sans"/>
              <a:cs typeface="Open Sans"/>
              <a:sym typeface="Open Sans"/>
            </a:endParaRPr>
          </a:p>
        </p:txBody>
      </p:sp>
      <p:pic>
        <p:nvPicPr>
          <p:cNvPr id="153" name="Google Shape;153;p25" descr="Google Shape;12;p5"/>
          <p:cNvPicPr preferRelativeResize="0"/>
          <p:nvPr/>
        </p:nvPicPr>
        <p:blipFill rotWithShape="1">
          <a:blip r:embed="rId2">
            <a:alphaModFix/>
          </a:blip>
          <a:srcRect l="18919" t="10" r="12234" b="-10"/>
          <a:stretch/>
        </p:blipFill>
        <p:spPr>
          <a:xfrm>
            <a:off x="12572500" y="9770926"/>
            <a:ext cx="299000" cy="30705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PTION_ONLY_1_1">
  <p:cSld name="CAPTION_ONLY_1_1">
    <p:spTree>
      <p:nvGrpSpPr>
        <p:cNvPr id="1" name="Shape 154"/>
        <p:cNvGrpSpPr/>
        <p:nvPr/>
      </p:nvGrpSpPr>
      <p:grpSpPr>
        <a:xfrm>
          <a:off x="0" y="0"/>
          <a:ext cx="0" cy="0"/>
          <a:chOff x="0" y="0"/>
          <a:chExt cx="0" cy="0"/>
        </a:xfrm>
      </p:grpSpPr>
      <p:sp>
        <p:nvSpPr>
          <p:cNvPr id="155" name="Google Shape;155;p26"/>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Clr>
                <a:srgbClr val="344EAC"/>
              </a:buClr>
              <a:buSzPts val="3600"/>
              <a:buFont typeface="Open Sans ExtraBold"/>
              <a:buNone/>
              <a:defRPr>
                <a:solidFill>
                  <a:srgbClr val="344EAC"/>
                </a:solidFill>
                <a:latin typeface="Open Sans ExtraBold"/>
                <a:ea typeface="Open Sans ExtraBold"/>
                <a:cs typeface="Open Sans ExtraBold"/>
                <a:sym typeface="Open Sans ExtraBold"/>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156" name="Google Shape;156;p26"/>
          <p:cNvSpPr txBox="1"/>
          <p:nvPr/>
        </p:nvSpPr>
        <p:spPr>
          <a:xfrm>
            <a:off x="12420100" y="9733950"/>
            <a:ext cx="56052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344EAC"/>
                </a:solidFill>
                <a:latin typeface="Open Sans"/>
                <a:ea typeface="Open Sans"/>
                <a:cs typeface="Open Sans"/>
                <a:sym typeface="Open Sans"/>
              </a:rPr>
              <a:t>Kementerian Pendidikan Dasar dan Menengah</a:t>
            </a:r>
            <a:endParaRPr sz="1800" b="0" i="0" u="none" strike="noStrike" cap="none">
              <a:solidFill>
                <a:srgbClr val="344EAC"/>
              </a:solidFill>
              <a:latin typeface="Open Sans"/>
              <a:ea typeface="Open Sans"/>
              <a:cs typeface="Open Sans"/>
              <a:sym typeface="Open Sans"/>
            </a:endParaRPr>
          </a:p>
        </p:txBody>
      </p:sp>
      <p:pic>
        <p:nvPicPr>
          <p:cNvPr id="157" name="Google Shape;157;p26" descr="Google Shape;12;p5"/>
          <p:cNvPicPr preferRelativeResize="0"/>
          <p:nvPr/>
        </p:nvPicPr>
        <p:blipFill rotWithShape="1">
          <a:blip r:embed="rId2">
            <a:alphaModFix/>
          </a:blip>
          <a:srcRect l="18919" t="10" r="12234" b="-10"/>
          <a:stretch/>
        </p:blipFill>
        <p:spPr>
          <a:xfrm>
            <a:off x="12572500" y="9770926"/>
            <a:ext cx="299000" cy="30705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58"/>
        <p:cNvGrpSpPr/>
        <p:nvPr/>
      </p:nvGrpSpPr>
      <p:grpSpPr>
        <a:xfrm>
          <a:off x="0" y="0"/>
          <a:ext cx="0" cy="0"/>
          <a:chOff x="0" y="0"/>
          <a:chExt cx="0" cy="0"/>
        </a:xfrm>
      </p:grpSpPr>
      <p:sp>
        <p:nvSpPr>
          <p:cNvPr id="159" name="Google Shape;159;p27"/>
          <p:cNvSpPr txBox="1">
            <a:spLocks noGrp="1"/>
          </p:cNvSpPr>
          <p:nvPr>
            <p:ph type="ctrTitle"/>
          </p:nvPr>
        </p:nvSpPr>
        <p:spPr>
          <a:xfrm>
            <a:off x="623417" y="1489150"/>
            <a:ext cx="17041200" cy="41052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10400"/>
              <a:buNone/>
              <a:defRPr sz="10400"/>
            </a:lvl1pPr>
            <a:lvl2pPr lvl="1" algn="ctr">
              <a:lnSpc>
                <a:spcPct val="100000"/>
              </a:lnSpc>
              <a:spcBef>
                <a:spcPts val="0"/>
              </a:spcBef>
              <a:spcAft>
                <a:spcPts val="0"/>
              </a:spcAft>
              <a:buSzPts val="10400"/>
              <a:buNone/>
              <a:defRPr sz="10400"/>
            </a:lvl2pPr>
            <a:lvl3pPr lvl="2" algn="ctr">
              <a:lnSpc>
                <a:spcPct val="100000"/>
              </a:lnSpc>
              <a:spcBef>
                <a:spcPts val="0"/>
              </a:spcBef>
              <a:spcAft>
                <a:spcPts val="0"/>
              </a:spcAft>
              <a:buSzPts val="10400"/>
              <a:buNone/>
              <a:defRPr sz="10400"/>
            </a:lvl3pPr>
            <a:lvl4pPr lvl="3" algn="ctr">
              <a:lnSpc>
                <a:spcPct val="100000"/>
              </a:lnSpc>
              <a:spcBef>
                <a:spcPts val="0"/>
              </a:spcBef>
              <a:spcAft>
                <a:spcPts val="0"/>
              </a:spcAft>
              <a:buSzPts val="10400"/>
              <a:buNone/>
              <a:defRPr sz="10400"/>
            </a:lvl4pPr>
            <a:lvl5pPr lvl="4" algn="ctr">
              <a:lnSpc>
                <a:spcPct val="100000"/>
              </a:lnSpc>
              <a:spcBef>
                <a:spcPts val="0"/>
              </a:spcBef>
              <a:spcAft>
                <a:spcPts val="0"/>
              </a:spcAft>
              <a:buSzPts val="10400"/>
              <a:buNone/>
              <a:defRPr sz="10400"/>
            </a:lvl5pPr>
            <a:lvl6pPr lvl="5" algn="ctr">
              <a:lnSpc>
                <a:spcPct val="100000"/>
              </a:lnSpc>
              <a:spcBef>
                <a:spcPts val="0"/>
              </a:spcBef>
              <a:spcAft>
                <a:spcPts val="0"/>
              </a:spcAft>
              <a:buSzPts val="10400"/>
              <a:buNone/>
              <a:defRPr sz="10400"/>
            </a:lvl6pPr>
            <a:lvl7pPr lvl="6" algn="ctr">
              <a:lnSpc>
                <a:spcPct val="100000"/>
              </a:lnSpc>
              <a:spcBef>
                <a:spcPts val="0"/>
              </a:spcBef>
              <a:spcAft>
                <a:spcPts val="0"/>
              </a:spcAft>
              <a:buSzPts val="10400"/>
              <a:buNone/>
              <a:defRPr sz="10400"/>
            </a:lvl7pPr>
            <a:lvl8pPr lvl="7" algn="ctr">
              <a:lnSpc>
                <a:spcPct val="100000"/>
              </a:lnSpc>
              <a:spcBef>
                <a:spcPts val="0"/>
              </a:spcBef>
              <a:spcAft>
                <a:spcPts val="0"/>
              </a:spcAft>
              <a:buSzPts val="10400"/>
              <a:buNone/>
              <a:defRPr sz="10400"/>
            </a:lvl8pPr>
            <a:lvl9pPr lvl="8" algn="ctr">
              <a:lnSpc>
                <a:spcPct val="100000"/>
              </a:lnSpc>
              <a:spcBef>
                <a:spcPts val="0"/>
              </a:spcBef>
              <a:spcAft>
                <a:spcPts val="0"/>
              </a:spcAft>
              <a:buSzPts val="10400"/>
              <a:buNone/>
              <a:defRPr sz="10400"/>
            </a:lvl9pPr>
          </a:lstStyle>
          <a:p>
            <a:endParaRPr/>
          </a:p>
        </p:txBody>
      </p:sp>
      <p:sp>
        <p:nvSpPr>
          <p:cNvPr id="160" name="Google Shape;160;p27"/>
          <p:cNvSpPr txBox="1">
            <a:spLocks noGrp="1"/>
          </p:cNvSpPr>
          <p:nvPr>
            <p:ph type="subTitle" idx="1"/>
          </p:nvPr>
        </p:nvSpPr>
        <p:spPr>
          <a:xfrm>
            <a:off x="623400" y="5668250"/>
            <a:ext cx="17041200" cy="1585200"/>
          </a:xfrm>
          <a:prstGeom prst="rect">
            <a:avLst/>
          </a:prstGeom>
          <a:noFill/>
          <a:ln>
            <a:noFill/>
          </a:ln>
        </p:spPr>
        <p:txBody>
          <a:bodyPr spcFirstLastPara="1" wrap="square" lIns="182850" tIns="182850" rIns="182850" bIns="182850" anchor="t"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161" name="Google Shape;161;p27"/>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spTree>
      <p:nvGrpSpPr>
        <p:cNvPr id="1" name="Shape 162"/>
        <p:cNvGrpSpPr/>
        <p:nvPr/>
      </p:nvGrpSpPr>
      <p:grpSpPr>
        <a:xfrm>
          <a:off x="0" y="0"/>
          <a:ext cx="0" cy="0"/>
          <a:chOff x="0" y="0"/>
          <a:chExt cx="0" cy="0"/>
        </a:xfrm>
      </p:grpSpPr>
      <p:sp>
        <p:nvSpPr>
          <p:cNvPr id="163" name="Google Shape;163;p28"/>
          <p:cNvSpPr txBox="1">
            <a:spLocks noGrp="1"/>
          </p:cNvSpPr>
          <p:nvPr>
            <p:ph type="title"/>
          </p:nvPr>
        </p:nvSpPr>
        <p:spPr>
          <a:xfrm>
            <a:off x="623400" y="4301700"/>
            <a:ext cx="17041200" cy="1683600"/>
          </a:xfrm>
          <a:prstGeom prst="rect">
            <a:avLst/>
          </a:prstGeom>
          <a:noFill/>
          <a:ln>
            <a:noFill/>
          </a:ln>
        </p:spPr>
        <p:txBody>
          <a:bodyPr spcFirstLastPara="1" wrap="square" lIns="182850" tIns="182850" rIns="182850" bIns="182850" anchor="ctr" anchorCtr="0">
            <a:normAutofit/>
          </a:bodyPr>
          <a:lstStyle>
            <a:lvl1pPr lvl="0" algn="ctr">
              <a:lnSpc>
                <a:spcPct val="100000"/>
              </a:lnSpc>
              <a:spcBef>
                <a:spcPts val="0"/>
              </a:spcBef>
              <a:spcAft>
                <a:spcPts val="0"/>
              </a:spcAft>
              <a:buSzPts val="7200"/>
              <a:buNone/>
              <a:defRPr sz="7200"/>
            </a:lvl1pPr>
            <a:lvl2pPr lvl="1" algn="ctr">
              <a:lnSpc>
                <a:spcPct val="100000"/>
              </a:lnSpc>
              <a:spcBef>
                <a:spcPts val="0"/>
              </a:spcBef>
              <a:spcAft>
                <a:spcPts val="0"/>
              </a:spcAft>
              <a:buSzPts val="7200"/>
              <a:buNone/>
              <a:defRPr sz="7200"/>
            </a:lvl2pPr>
            <a:lvl3pPr lvl="2" algn="ctr">
              <a:lnSpc>
                <a:spcPct val="100000"/>
              </a:lnSpc>
              <a:spcBef>
                <a:spcPts val="0"/>
              </a:spcBef>
              <a:spcAft>
                <a:spcPts val="0"/>
              </a:spcAft>
              <a:buSzPts val="7200"/>
              <a:buNone/>
              <a:defRPr sz="7200"/>
            </a:lvl3pPr>
            <a:lvl4pPr lvl="3" algn="ctr">
              <a:lnSpc>
                <a:spcPct val="100000"/>
              </a:lnSpc>
              <a:spcBef>
                <a:spcPts val="0"/>
              </a:spcBef>
              <a:spcAft>
                <a:spcPts val="0"/>
              </a:spcAft>
              <a:buSzPts val="7200"/>
              <a:buNone/>
              <a:defRPr sz="7200"/>
            </a:lvl4pPr>
            <a:lvl5pPr lvl="4" algn="ctr">
              <a:lnSpc>
                <a:spcPct val="100000"/>
              </a:lnSpc>
              <a:spcBef>
                <a:spcPts val="0"/>
              </a:spcBef>
              <a:spcAft>
                <a:spcPts val="0"/>
              </a:spcAft>
              <a:buSzPts val="7200"/>
              <a:buNone/>
              <a:defRPr sz="7200"/>
            </a:lvl5pPr>
            <a:lvl6pPr lvl="5" algn="ctr">
              <a:lnSpc>
                <a:spcPct val="100000"/>
              </a:lnSpc>
              <a:spcBef>
                <a:spcPts val="0"/>
              </a:spcBef>
              <a:spcAft>
                <a:spcPts val="0"/>
              </a:spcAft>
              <a:buSzPts val="7200"/>
              <a:buNone/>
              <a:defRPr sz="7200"/>
            </a:lvl6pPr>
            <a:lvl7pPr lvl="6" algn="ctr">
              <a:lnSpc>
                <a:spcPct val="100000"/>
              </a:lnSpc>
              <a:spcBef>
                <a:spcPts val="0"/>
              </a:spcBef>
              <a:spcAft>
                <a:spcPts val="0"/>
              </a:spcAft>
              <a:buSzPts val="7200"/>
              <a:buNone/>
              <a:defRPr sz="7200"/>
            </a:lvl7pPr>
            <a:lvl8pPr lvl="7" algn="ctr">
              <a:lnSpc>
                <a:spcPct val="100000"/>
              </a:lnSpc>
              <a:spcBef>
                <a:spcPts val="0"/>
              </a:spcBef>
              <a:spcAft>
                <a:spcPts val="0"/>
              </a:spcAft>
              <a:buSzPts val="7200"/>
              <a:buNone/>
              <a:defRPr sz="7200"/>
            </a:lvl8pPr>
            <a:lvl9pPr lvl="8" algn="ctr">
              <a:lnSpc>
                <a:spcPct val="100000"/>
              </a:lnSpc>
              <a:spcBef>
                <a:spcPts val="0"/>
              </a:spcBef>
              <a:spcAft>
                <a:spcPts val="0"/>
              </a:spcAft>
              <a:buSzPts val="7200"/>
              <a:buNone/>
              <a:defRPr sz="7200"/>
            </a:lvl9pPr>
          </a:lstStyle>
          <a:p>
            <a:endParaRPr/>
          </a:p>
        </p:txBody>
      </p:sp>
      <p:sp>
        <p:nvSpPr>
          <p:cNvPr id="164" name="Google Shape;164;p28"/>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_AND_BODY" type="tx">
  <p:cSld name="TITLE_AND_BODY">
    <p:spTree>
      <p:nvGrpSpPr>
        <p:cNvPr id="1" name="Shape 165"/>
        <p:cNvGrpSpPr/>
        <p:nvPr/>
      </p:nvGrpSpPr>
      <p:grpSpPr>
        <a:xfrm>
          <a:off x="0" y="0"/>
          <a:ext cx="0" cy="0"/>
          <a:chOff x="0" y="0"/>
          <a:chExt cx="0" cy="0"/>
        </a:xfrm>
      </p:grpSpPr>
      <p:sp>
        <p:nvSpPr>
          <p:cNvPr id="166" name="Google Shape;166;p29"/>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167" name="Google Shape;167;p29"/>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168" name="Google Shape;168;p29"/>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spTree>
      <p:nvGrpSpPr>
        <p:cNvPr id="1" name="Shape 169"/>
        <p:cNvGrpSpPr/>
        <p:nvPr/>
      </p:nvGrpSpPr>
      <p:grpSpPr>
        <a:xfrm>
          <a:off x="0" y="0"/>
          <a:ext cx="0" cy="0"/>
          <a:chOff x="0" y="0"/>
          <a:chExt cx="0" cy="0"/>
        </a:xfrm>
      </p:grpSpPr>
      <p:sp>
        <p:nvSpPr>
          <p:cNvPr id="170" name="Google Shape;170;p30"/>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171" name="Google Shape;171;p30"/>
          <p:cNvSpPr txBox="1">
            <a:spLocks noGrp="1"/>
          </p:cNvSpPr>
          <p:nvPr>
            <p:ph type="body" idx="1"/>
          </p:nvPr>
        </p:nvSpPr>
        <p:spPr>
          <a:xfrm>
            <a:off x="623400" y="2304950"/>
            <a:ext cx="7999800" cy="6832800"/>
          </a:xfrm>
          <a:prstGeom prst="rect">
            <a:avLst/>
          </a:prstGeom>
          <a:noFill/>
          <a:ln>
            <a:noFill/>
          </a:ln>
        </p:spPr>
        <p:txBody>
          <a:bodyPr spcFirstLastPara="1" wrap="square" lIns="182850" tIns="182850" rIns="182850" bIns="182850" anchor="t" anchorCtr="0">
            <a:normAutofit/>
          </a:bodyPr>
          <a:lstStyle>
            <a:lvl1pPr marL="457200" lvl="0" indent="-406400" algn="l">
              <a:lnSpc>
                <a:spcPct val="115000"/>
              </a:lnSpc>
              <a:spcBef>
                <a:spcPts val="0"/>
              </a:spcBef>
              <a:spcAft>
                <a:spcPts val="0"/>
              </a:spcAft>
              <a:buSzPts val="2800"/>
              <a:buChar char="●"/>
              <a:defRPr sz="28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172" name="Google Shape;172;p30"/>
          <p:cNvSpPr txBox="1">
            <a:spLocks noGrp="1"/>
          </p:cNvSpPr>
          <p:nvPr>
            <p:ph type="body" idx="2"/>
          </p:nvPr>
        </p:nvSpPr>
        <p:spPr>
          <a:xfrm>
            <a:off x="9664800" y="2304950"/>
            <a:ext cx="7999800" cy="6832800"/>
          </a:xfrm>
          <a:prstGeom prst="rect">
            <a:avLst/>
          </a:prstGeom>
          <a:noFill/>
          <a:ln>
            <a:noFill/>
          </a:ln>
        </p:spPr>
        <p:txBody>
          <a:bodyPr spcFirstLastPara="1" wrap="square" lIns="182850" tIns="182850" rIns="182850" bIns="182850" anchor="t" anchorCtr="0">
            <a:normAutofit/>
          </a:bodyPr>
          <a:lstStyle>
            <a:lvl1pPr marL="457200" lvl="0" indent="-406400" algn="l">
              <a:lnSpc>
                <a:spcPct val="115000"/>
              </a:lnSpc>
              <a:spcBef>
                <a:spcPts val="0"/>
              </a:spcBef>
              <a:spcAft>
                <a:spcPts val="0"/>
              </a:spcAft>
              <a:buSzPts val="2800"/>
              <a:buChar char="●"/>
              <a:defRPr sz="28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173" name="Google Shape;173;p30"/>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174"/>
        <p:cNvGrpSpPr/>
        <p:nvPr/>
      </p:nvGrpSpPr>
      <p:grpSpPr>
        <a:xfrm>
          <a:off x="0" y="0"/>
          <a:ext cx="0" cy="0"/>
          <a:chOff x="0" y="0"/>
          <a:chExt cx="0" cy="0"/>
        </a:xfrm>
      </p:grpSpPr>
      <p:sp>
        <p:nvSpPr>
          <p:cNvPr id="175" name="Google Shape;175;p31"/>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176" name="Google Shape;176;p31"/>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_COLUMN_TEXT">
  <p:cSld name="ONE_COLUMN_TEXT">
    <p:spTree>
      <p:nvGrpSpPr>
        <p:cNvPr id="1" name="Shape 177"/>
        <p:cNvGrpSpPr/>
        <p:nvPr/>
      </p:nvGrpSpPr>
      <p:grpSpPr>
        <a:xfrm>
          <a:off x="0" y="0"/>
          <a:ext cx="0" cy="0"/>
          <a:chOff x="0" y="0"/>
          <a:chExt cx="0" cy="0"/>
        </a:xfrm>
      </p:grpSpPr>
      <p:sp>
        <p:nvSpPr>
          <p:cNvPr id="178" name="Google Shape;178;p32"/>
          <p:cNvSpPr txBox="1">
            <a:spLocks noGrp="1"/>
          </p:cNvSpPr>
          <p:nvPr>
            <p:ph type="title"/>
          </p:nvPr>
        </p:nvSpPr>
        <p:spPr>
          <a:xfrm>
            <a:off x="623400" y="1111200"/>
            <a:ext cx="5616000" cy="1511400"/>
          </a:xfrm>
          <a:prstGeom prst="rect">
            <a:avLst/>
          </a:prstGeom>
          <a:noFill/>
          <a:ln>
            <a:noFill/>
          </a:ln>
        </p:spPr>
        <p:txBody>
          <a:bodyPr spcFirstLastPara="1" wrap="square" lIns="182850" tIns="182850" rIns="182850" bIns="182850" anchor="b"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79" name="Google Shape;179;p32"/>
          <p:cNvSpPr txBox="1">
            <a:spLocks noGrp="1"/>
          </p:cNvSpPr>
          <p:nvPr>
            <p:ph type="body" idx="1"/>
          </p:nvPr>
        </p:nvSpPr>
        <p:spPr>
          <a:xfrm>
            <a:off x="623400" y="2779200"/>
            <a:ext cx="5616000" cy="6358800"/>
          </a:xfrm>
          <a:prstGeom prst="rect">
            <a:avLst/>
          </a:prstGeom>
          <a:noFill/>
          <a:ln>
            <a:noFill/>
          </a:ln>
        </p:spPr>
        <p:txBody>
          <a:bodyPr spcFirstLastPara="1" wrap="square" lIns="182850" tIns="182850" rIns="182850" bIns="182850" anchor="t" anchorCtr="0">
            <a:normAutofit/>
          </a:bodyPr>
          <a:lstStyle>
            <a:lvl1pPr marL="457200" lvl="0" indent="-381000" algn="l">
              <a:lnSpc>
                <a:spcPct val="115000"/>
              </a:lnSpc>
              <a:spcBef>
                <a:spcPts val="0"/>
              </a:spcBef>
              <a:spcAft>
                <a:spcPts val="0"/>
              </a:spcAft>
              <a:buSzPts val="2400"/>
              <a:buChar char="●"/>
              <a:defRPr sz="24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180" name="Google Shape;180;p32"/>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_POINT">
  <p:cSld name="MAIN_POINT">
    <p:spTree>
      <p:nvGrpSpPr>
        <p:cNvPr id="1" name="Shape 181"/>
        <p:cNvGrpSpPr/>
        <p:nvPr/>
      </p:nvGrpSpPr>
      <p:grpSpPr>
        <a:xfrm>
          <a:off x="0" y="0"/>
          <a:ext cx="0" cy="0"/>
          <a:chOff x="0" y="0"/>
          <a:chExt cx="0" cy="0"/>
        </a:xfrm>
      </p:grpSpPr>
      <p:sp>
        <p:nvSpPr>
          <p:cNvPr id="182" name="Google Shape;182;p33"/>
          <p:cNvSpPr txBox="1">
            <a:spLocks noGrp="1"/>
          </p:cNvSpPr>
          <p:nvPr>
            <p:ph type="title"/>
          </p:nvPr>
        </p:nvSpPr>
        <p:spPr>
          <a:xfrm>
            <a:off x="980500" y="900300"/>
            <a:ext cx="12735600" cy="8181600"/>
          </a:xfrm>
          <a:prstGeom prst="rect">
            <a:avLst/>
          </a:prstGeom>
          <a:noFill/>
          <a:ln>
            <a:noFill/>
          </a:ln>
        </p:spPr>
        <p:txBody>
          <a:bodyPr spcFirstLastPara="1" wrap="square" lIns="182850" tIns="182850" rIns="182850" bIns="182850" anchor="ctr" anchorCtr="0">
            <a:normAutofit/>
          </a:bodyPr>
          <a:lstStyle>
            <a:lvl1pPr lvl="0" algn="l">
              <a:lnSpc>
                <a:spcPct val="100000"/>
              </a:lnSpc>
              <a:spcBef>
                <a:spcPts val="0"/>
              </a:spcBef>
              <a:spcAft>
                <a:spcPts val="0"/>
              </a:spcAft>
              <a:buSzPts val="9600"/>
              <a:buNone/>
              <a:defRPr sz="96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a:endParaRPr/>
          </a:p>
        </p:txBody>
      </p:sp>
      <p:sp>
        <p:nvSpPr>
          <p:cNvPr id="183" name="Google Shape;183;p33"/>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_TITLE_AND_DESCRIPTION">
  <p:cSld name="SECTION_TITLE_AND_DESCRIPTION">
    <p:spTree>
      <p:nvGrpSpPr>
        <p:cNvPr id="1" name="Shape 184"/>
        <p:cNvGrpSpPr/>
        <p:nvPr/>
      </p:nvGrpSpPr>
      <p:grpSpPr>
        <a:xfrm>
          <a:off x="0" y="0"/>
          <a:ext cx="0" cy="0"/>
          <a:chOff x="0" y="0"/>
          <a:chExt cx="0" cy="0"/>
        </a:xfrm>
      </p:grpSpPr>
      <p:sp>
        <p:nvSpPr>
          <p:cNvPr id="185" name="Google Shape;185;p34"/>
          <p:cNvSpPr/>
          <p:nvPr/>
        </p:nvSpPr>
        <p:spPr>
          <a:xfrm>
            <a:off x="9144000" y="-250"/>
            <a:ext cx="9144000" cy="10287000"/>
          </a:xfrm>
          <a:prstGeom prst="rect">
            <a:avLst/>
          </a:prstGeom>
          <a:solidFill>
            <a:schemeClr val="lt2"/>
          </a:solid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34"/>
          <p:cNvSpPr txBox="1">
            <a:spLocks noGrp="1"/>
          </p:cNvSpPr>
          <p:nvPr>
            <p:ph type="title"/>
          </p:nvPr>
        </p:nvSpPr>
        <p:spPr>
          <a:xfrm>
            <a:off x="531000" y="2466350"/>
            <a:ext cx="8090400" cy="29646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8400"/>
              <a:buNone/>
              <a:defRPr sz="8400"/>
            </a:lvl1pPr>
            <a:lvl2pPr lvl="1" algn="ctr">
              <a:lnSpc>
                <a:spcPct val="100000"/>
              </a:lnSpc>
              <a:spcBef>
                <a:spcPts val="0"/>
              </a:spcBef>
              <a:spcAft>
                <a:spcPts val="0"/>
              </a:spcAft>
              <a:buSzPts val="8400"/>
              <a:buNone/>
              <a:defRPr sz="8400"/>
            </a:lvl2pPr>
            <a:lvl3pPr lvl="2" algn="ctr">
              <a:lnSpc>
                <a:spcPct val="100000"/>
              </a:lnSpc>
              <a:spcBef>
                <a:spcPts val="0"/>
              </a:spcBef>
              <a:spcAft>
                <a:spcPts val="0"/>
              </a:spcAft>
              <a:buSzPts val="8400"/>
              <a:buNone/>
              <a:defRPr sz="8400"/>
            </a:lvl3pPr>
            <a:lvl4pPr lvl="3" algn="ctr">
              <a:lnSpc>
                <a:spcPct val="100000"/>
              </a:lnSpc>
              <a:spcBef>
                <a:spcPts val="0"/>
              </a:spcBef>
              <a:spcAft>
                <a:spcPts val="0"/>
              </a:spcAft>
              <a:buSzPts val="8400"/>
              <a:buNone/>
              <a:defRPr sz="8400"/>
            </a:lvl4pPr>
            <a:lvl5pPr lvl="4" algn="ctr">
              <a:lnSpc>
                <a:spcPct val="100000"/>
              </a:lnSpc>
              <a:spcBef>
                <a:spcPts val="0"/>
              </a:spcBef>
              <a:spcAft>
                <a:spcPts val="0"/>
              </a:spcAft>
              <a:buSzPts val="8400"/>
              <a:buNone/>
              <a:defRPr sz="8400"/>
            </a:lvl5pPr>
            <a:lvl6pPr lvl="5" algn="ctr">
              <a:lnSpc>
                <a:spcPct val="100000"/>
              </a:lnSpc>
              <a:spcBef>
                <a:spcPts val="0"/>
              </a:spcBef>
              <a:spcAft>
                <a:spcPts val="0"/>
              </a:spcAft>
              <a:buSzPts val="8400"/>
              <a:buNone/>
              <a:defRPr sz="8400"/>
            </a:lvl6pPr>
            <a:lvl7pPr lvl="6" algn="ctr">
              <a:lnSpc>
                <a:spcPct val="100000"/>
              </a:lnSpc>
              <a:spcBef>
                <a:spcPts val="0"/>
              </a:spcBef>
              <a:spcAft>
                <a:spcPts val="0"/>
              </a:spcAft>
              <a:buSzPts val="8400"/>
              <a:buNone/>
              <a:defRPr sz="8400"/>
            </a:lvl7pPr>
            <a:lvl8pPr lvl="7" algn="ctr">
              <a:lnSpc>
                <a:spcPct val="100000"/>
              </a:lnSpc>
              <a:spcBef>
                <a:spcPts val="0"/>
              </a:spcBef>
              <a:spcAft>
                <a:spcPts val="0"/>
              </a:spcAft>
              <a:buSzPts val="8400"/>
              <a:buNone/>
              <a:defRPr sz="8400"/>
            </a:lvl8pPr>
            <a:lvl9pPr lvl="8" algn="ctr">
              <a:lnSpc>
                <a:spcPct val="100000"/>
              </a:lnSpc>
              <a:spcBef>
                <a:spcPts val="0"/>
              </a:spcBef>
              <a:spcAft>
                <a:spcPts val="0"/>
              </a:spcAft>
              <a:buSzPts val="8400"/>
              <a:buNone/>
              <a:defRPr sz="8400"/>
            </a:lvl9pPr>
          </a:lstStyle>
          <a:p>
            <a:endParaRPr/>
          </a:p>
        </p:txBody>
      </p:sp>
      <p:sp>
        <p:nvSpPr>
          <p:cNvPr id="187" name="Google Shape;187;p34"/>
          <p:cNvSpPr txBox="1">
            <a:spLocks noGrp="1"/>
          </p:cNvSpPr>
          <p:nvPr>
            <p:ph type="subTitle" idx="1"/>
          </p:nvPr>
        </p:nvSpPr>
        <p:spPr>
          <a:xfrm>
            <a:off x="531000" y="5606150"/>
            <a:ext cx="8090400" cy="2470200"/>
          </a:xfrm>
          <a:prstGeom prst="rect">
            <a:avLst/>
          </a:prstGeom>
          <a:noFill/>
          <a:ln>
            <a:noFill/>
          </a:ln>
        </p:spPr>
        <p:txBody>
          <a:bodyPr spcFirstLastPara="1" wrap="square" lIns="182850" tIns="182850" rIns="182850" bIns="182850" anchor="t"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88" name="Google Shape;188;p34"/>
          <p:cNvSpPr txBox="1">
            <a:spLocks noGrp="1"/>
          </p:cNvSpPr>
          <p:nvPr>
            <p:ph type="body" idx="2"/>
          </p:nvPr>
        </p:nvSpPr>
        <p:spPr>
          <a:xfrm>
            <a:off x="9879000" y="1448150"/>
            <a:ext cx="7674000" cy="7390200"/>
          </a:xfrm>
          <a:prstGeom prst="rect">
            <a:avLst/>
          </a:prstGeom>
          <a:noFill/>
          <a:ln>
            <a:noFill/>
          </a:ln>
        </p:spPr>
        <p:txBody>
          <a:bodyPr spcFirstLastPara="1" wrap="square" lIns="182850" tIns="182850" rIns="182850" bIns="182850" anchor="ctr"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189" name="Google Shape;189;p34"/>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APTION_ONLY">
  <p:cSld name="CAPTION_ONLY">
    <p:spTree>
      <p:nvGrpSpPr>
        <p:cNvPr id="1" name="Shape 190"/>
        <p:cNvGrpSpPr/>
        <p:nvPr/>
      </p:nvGrpSpPr>
      <p:grpSpPr>
        <a:xfrm>
          <a:off x="0" y="0"/>
          <a:ext cx="0" cy="0"/>
          <a:chOff x="0" y="0"/>
          <a:chExt cx="0" cy="0"/>
        </a:xfrm>
      </p:grpSpPr>
      <p:sp>
        <p:nvSpPr>
          <p:cNvPr id="191" name="Google Shape;191;p35"/>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SzPts val="3600"/>
              <a:buNone/>
              <a:defRPr/>
            </a:lvl1pPr>
          </a:lstStyle>
          <a:p>
            <a:endParaRPr/>
          </a:p>
        </p:txBody>
      </p:sp>
      <p:sp>
        <p:nvSpPr>
          <p:cNvPr id="192" name="Google Shape;192;p35"/>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IG_NUMBER">
  <p:cSld name="BIG_NUMBER">
    <p:spTree>
      <p:nvGrpSpPr>
        <p:cNvPr id="1" name="Shape 193"/>
        <p:cNvGrpSpPr/>
        <p:nvPr/>
      </p:nvGrpSpPr>
      <p:grpSpPr>
        <a:xfrm>
          <a:off x="0" y="0"/>
          <a:ext cx="0" cy="0"/>
          <a:chOff x="0" y="0"/>
          <a:chExt cx="0" cy="0"/>
        </a:xfrm>
      </p:grpSpPr>
      <p:sp>
        <p:nvSpPr>
          <p:cNvPr id="194" name="Google Shape;194;p36"/>
          <p:cNvSpPr txBox="1">
            <a:spLocks noGrp="1"/>
          </p:cNvSpPr>
          <p:nvPr>
            <p:ph type="title" hasCustomPrompt="1"/>
          </p:nvPr>
        </p:nvSpPr>
        <p:spPr>
          <a:xfrm>
            <a:off x="623400" y="2212250"/>
            <a:ext cx="17041200" cy="39270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24000"/>
              <a:buNone/>
              <a:defRPr sz="24000"/>
            </a:lvl1pPr>
            <a:lvl2pPr lvl="1" algn="ctr">
              <a:lnSpc>
                <a:spcPct val="100000"/>
              </a:lnSpc>
              <a:spcBef>
                <a:spcPts val="0"/>
              </a:spcBef>
              <a:spcAft>
                <a:spcPts val="0"/>
              </a:spcAft>
              <a:buSzPts val="24000"/>
              <a:buNone/>
              <a:defRPr sz="24000"/>
            </a:lvl2pPr>
            <a:lvl3pPr lvl="2" algn="ctr">
              <a:lnSpc>
                <a:spcPct val="100000"/>
              </a:lnSpc>
              <a:spcBef>
                <a:spcPts val="0"/>
              </a:spcBef>
              <a:spcAft>
                <a:spcPts val="0"/>
              </a:spcAft>
              <a:buSzPts val="24000"/>
              <a:buNone/>
              <a:defRPr sz="24000"/>
            </a:lvl3pPr>
            <a:lvl4pPr lvl="3" algn="ctr">
              <a:lnSpc>
                <a:spcPct val="100000"/>
              </a:lnSpc>
              <a:spcBef>
                <a:spcPts val="0"/>
              </a:spcBef>
              <a:spcAft>
                <a:spcPts val="0"/>
              </a:spcAft>
              <a:buSzPts val="24000"/>
              <a:buNone/>
              <a:defRPr sz="24000"/>
            </a:lvl4pPr>
            <a:lvl5pPr lvl="4" algn="ctr">
              <a:lnSpc>
                <a:spcPct val="100000"/>
              </a:lnSpc>
              <a:spcBef>
                <a:spcPts val="0"/>
              </a:spcBef>
              <a:spcAft>
                <a:spcPts val="0"/>
              </a:spcAft>
              <a:buSzPts val="24000"/>
              <a:buNone/>
              <a:defRPr sz="24000"/>
            </a:lvl5pPr>
            <a:lvl6pPr lvl="5" algn="ctr">
              <a:lnSpc>
                <a:spcPct val="100000"/>
              </a:lnSpc>
              <a:spcBef>
                <a:spcPts val="0"/>
              </a:spcBef>
              <a:spcAft>
                <a:spcPts val="0"/>
              </a:spcAft>
              <a:buSzPts val="24000"/>
              <a:buNone/>
              <a:defRPr sz="24000"/>
            </a:lvl6pPr>
            <a:lvl7pPr lvl="6" algn="ctr">
              <a:lnSpc>
                <a:spcPct val="100000"/>
              </a:lnSpc>
              <a:spcBef>
                <a:spcPts val="0"/>
              </a:spcBef>
              <a:spcAft>
                <a:spcPts val="0"/>
              </a:spcAft>
              <a:buSzPts val="24000"/>
              <a:buNone/>
              <a:defRPr sz="24000"/>
            </a:lvl7pPr>
            <a:lvl8pPr lvl="7" algn="ctr">
              <a:lnSpc>
                <a:spcPct val="100000"/>
              </a:lnSpc>
              <a:spcBef>
                <a:spcPts val="0"/>
              </a:spcBef>
              <a:spcAft>
                <a:spcPts val="0"/>
              </a:spcAft>
              <a:buSzPts val="24000"/>
              <a:buNone/>
              <a:defRPr sz="24000"/>
            </a:lvl8pPr>
            <a:lvl9pPr lvl="8" algn="ctr">
              <a:lnSpc>
                <a:spcPct val="100000"/>
              </a:lnSpc>
              <a:spcBef>
                <a:spcPts val="0"/>
              </a:spcBef>
              <a:spcAft>
                <a:spcPts val="0"/>
              </a:spcAft>
              <a:buSzPts val="24000"/>
              <a:buNone/>
              <a:defRPr sz="24000"/>
            </a:lvl9pPr>
          </a:lstStyle>
          <a:p>
            <a:r>
              <a:t>xx%</a:t>
            </a:r>
          </a:p>
        </p:txBody>
      </p:sp>
      <p:sp>
        <p:nvSpPr>
          <p:cNvPr id="195" name="Google Shape;195;p36"/>
          <p:cNvSpPr txBox="1">
            <a:spLocks noGrp="1"/>
          </p:cNvSpPr>
          <p:nvPr>
            <p:ph type="body" idx="1"/>
          </p:nvPr>
        </p:nvSpPr>
        <p:spPr>
          <a:xfrm>
            <a:off x="623400" y="6304450"/>
            <a:ext cx="17041200" cy="2601600"/>
          </a:xfrm>
          <a:prstGeom prst="rect">
            <a:avLst/>
          </a:prstGeom>
          <a:noFill/>
          <a:ln>
            <a:noFill/>
          </a:ln>
        </p:spPr>
        <p:txBody>
          <a:bodyPr spcFirstLastPara="1" wrap="square" lIns="182850" tIns="182850" rIns="182850" bIns="182850" anchor="t" anchorCtr="0">
            <a:normAutofit/>
          </a:bodyPr>
          <a:lstStyle>
            <a:lvl1pPr marL="457200" lvl="0" indent="-457200" algn="ctr">
              <a:lnSpc>
                <a:spcPct val="115000"/>
              </a:lnSpc>
              <a:spcBef>
                <a:spcPts val="0"/>
              </a:spcBef>
              <a:spcAft>
                <a:spcPts val="0"/>
              </a:spcAft>
              <a:buSzPts val="3600"/>
              <a:buChar char="●"/>
              <a:defRPr/>
            </a:lvl1pPr>
            <a:lvl2pPr marL="914400" lvl="1" indent="-406400" algn="ctr">
              <a:lnSpc>
                <a:spcPct val="115000"/>
              </a:lnSpc>
              <a:spcBef>
                <a:spcPts val="0"/>
              </a:spcBef>
              <a:spcAft>
                <a:spcPts val="0"/>
              </a:spcAft>
              <a:buSzPts val="2800"/>
              <a:buChar char="○"/>
              <a:defRPr/>
            </a:lvl2pPr>
            <a:lvl3pPr marL="1371600" lvl="2" indent="-406400" algn="ctr">
              <a:lnSpc>
                <a:spcPct val="115000"/>
              </a:lnSpc>
              <a:spcBef>
                <a:spcPts val="0"/>
              </a:spcBef>
              <a:spcAft>
                <a:spcPts val="0"/>
              </a:spcAft>
              <a:buSzPts val="2800"/>
              <a:buChar char="■"/>
              <a:defRPr/>
            </a:lvl3pPr>
            <a:lvl4pPr marL="1828800" lvl="3" indent="-406400" algn="ctr">
              <a:lnSpc>
                <a:spcPct val="115000"/>
              </a:lnSpc>
              <a:spcBef>
                <a:spcPts val="0"/>
              </a:spcBef>
              <a:spcAft>
                <a:spcPts val="0"/>
              </a:spcAft>
              <a:buSzPts val="2800"/>
              <a:buChar char="●"/>
              <a:defRPr/>
            </a:lvl4pPr>
            <a:lvl5pPr marL="2286000" lvl="4" indent="-406400" algn="ctr">
              <a:lnSpc>
                <a:spcPct val="115000"/>
              </a:lnSpc>
              <a:spcBef>
                <a:spcPts val="0"/>
              </a:spcBef>
              <a:spcAft>
                <a:spcPts val="0"/>
              </a:spcAft>
              <a:buSzPts val="2800"/>
              <a:buChar char="○"/>
              <a:defRPr/>
            </a:lvl5pPr>
            <a:lvl6pPr marL="2743200" lvl="5" indent="-406400" algn="ctr">
              <a:lnSpc>
                <a:spcPct val="115000"/>
              </a:lnSpc>
              <a:spcBef>
                <a:spcPts val="0"/>
              </a:spcBef>
              <a:spcAft>
                <a:spcPts val="0"/>
              </a:spcAft>
              <a:buSzPts val="2800"/>
              <a:buChar char="■"/>
              <a:defRPr/>
            </a:lvl6pPr>
            <a:lvl7pPr marL="3200400" lvl="6" indent="-406400" algn="ctr">
              <a:lnSpc>
                <a:spcPct val="115000"/>
              </a:lnSpc>
              <a:spcBef>
                <a:spcPts val="0"/>
              </a:spcBef>
              <a:spcAft>
                <a:spcPts val="0"/>
              </a:spcAft>
              <a:buSzPts val="2800"/>
              <a:buChar char="●"/>
              <a:defRPr/>
            </a:lvl7pPr>
            <a:lvl8pPr marL="3657600" lvl="7" indent="-406400" algn="ctr">
              <a:lnSpc>
                <a:spcPct val="115000"/>
              </a:lnSpc>
              <a:spcBef>
                <a:spcPts val="0"/>
              </a:spcBef>
              <a:spcAft>
                <a:spcPts val="0"/>
              </a:spcAft>
              <a:buSzPts val="2800"/>
              <a:buChar char="○"/>
              <a:defRPr/>
            </a:lvl8pPr>
            <a:lvl9pPr marL="4114800" lvl="8" indent="-406400" algn="ctr">
              <a:lnSpc>
                <a:spcPct val="115000"/>
              </a:lnSpc>
              <a:spcBef>
                <a:spcPts val="0"/>
              </a:spcBef>
              <a:spcAft>
                <a:spcPts val="0"/>
              </a:spcAft>
              <a:buSzPts val="2800"/>
              <a:buChar char="■"/>
              <a:defRPr/>
            </a:lvl9pPr>
          </a:lstStyle>
          <a:p>
            <a:endParaRPr/>
          </a:p>
        </p:txBody>
      </p:sp>
      <p:sp>
        <p:nvSpPr>
          <p:cNvPr id="196" name="Google Shape;196;p36"/>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7"/>
        <p:cNvGrpSpPr/>
        <p:nvPr/>
      </p:nvGrpSpPr>
      <p:grpSpPr>
        <a:xfrm>
          <a:off x="0" y="0"/>
          <a:ext cx="0" cy="0"/>
          <a:chOff x="0" y="0"/>
          <a:chExt cx="0" cy="0"/>
        </a:xfrm>
      </p:grpSpPr>
      <p:sp>
        <p:nvSpPr>
          <p:cNvPr id="198" name="Google Shape;198;p37"/>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99"/>
        <p:cNvGrpSpPr/>
        <p:nvPr/>
      </p:nvGrpSpPr>
      <p:grpSpPr>
        <a:xfrm>
          <a:off x="0" y="0"/>
          <a:ext cx="0" cy="0"/>
          <a:chOff x="0" y="0"/>
          <a:chExt cx="0" cy="0"/>
        </a:xfrm>
      </p:grpSpPr>
      <p:sp>
        <p:nvSpPr>
          <p:cNvPr id="200" name="Google Shape;200;p38"/>
          <p:cNvSpPr/>
          <p:nvPr/>
        </p:nvSpPr>
        <p:spPr>
          <a:xfrm>
            <a:off x="0" y="9647620"/>
            <a:ext cx="18288000" cy="639600"/>
          </a:xfrm>
          <a:prstGeom prst="rect">
            <a:avLst/>
          </a:prstGeom>
          <a:solidFill>
            <a:srgbClr val="002060"/>
          </a:solidFill>
          <a:ln w="25400" cap="flat" cmpd="sng">
            <a:solidFill>
              <a:srgbClr val="1B3867"/>
            </a:solidFill>
            <a:prstDash val="solid"/>
            <a:round/>
            <a:headEnd type="none" w="sm" len="sm"/>
            <a:tailEnd type="none" w="sm" len="sm"/>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chemeClr val="lt1"/>
              </a:solidFill>
              <a:latin typeface="Arial"/>
              <a:ea typeface="Arial"/>
              <a:cs typeface="Arial"/>
              <a:sym typeface="Arial"/>
            </a:endParaRPr>
          </a:p>
        </p:txBody>
      </p:sp>
      <p:sp>
        <p:nvSpPr>
          <p:cNvPr id="201" name="Google Shape;201;p38"/>
          <p:cNvSpPr txBox="1">
            <a:spLocks noGrp="1"/>
          </p:cNvSpPr>
          <p:nvPr>
            <p:ph type="sldNum" idx="12"/>
          </p:nvPr>
        </p:nvSpPr>
        <p:spPr>
          <a:xfrm>
            <a:off x="17461548" y="9665026"/>
            <a:ext cx="639600" cy="622200"/>
          </a:xfrm>
          <a:prstGeom prst="rect">
            <a:avLst/>
          </a:prstGeom>
          <a:noFill/>
          <a:ln>
            <a:noFill/>
          </a:ln>
        </p:spPr>
        <p:txBody>
          <a:bodyPr spcFirstLastPara="1" wrap="square" lIns="137150" tIns="137150" rIns="137150" bIns="137150" anchor="ctr" anchorCtr="0">
            <a:normAutofit/>
          </a:bodyPr>
          <a:lstStyle>
            <a:lvl1pPr marL="0" marR="0" lvl="0"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2000">
              <a:solidFill>
                <a:schemeClr val="dk2"/>
              </a:solidFill>
            </a:endParaRPr>
          </a:p>
        </p:txBody>
      </p:sp>
      <p:sp>
        <p:nvSpPr>
          <p:cNvPr id="202" name="Google Shape;202;p38"/>
          <p:cNvSpPr txBox="1"/>
          <p:nvPr/>
        </p:nvSpPr>
        <p:spPr>
          <a:xfrm>
            <a:off x="11767200" y="9794278"/>
            <a:ext cx="5694600" cy="384600"/>
          </a:xfrm>
          <a:prstGeom prst="rect">
            <a:avLst/>
          </a:prstGeom>
          <a:noFill/>
          <a:ln>
            <a:noFill/>
          </a:ln>
        </p:spPr>
        <p:txBody>
          <a:bodyPr spcFirstLastPara="1" wrap="square" lIns="137150" tIns="68550" rIns="137150" bIns="6855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lt1"/>
                </a:solidFill>
                <a:latin typeface="Arial"/>
                <a:ea typeface="Arial"/>
                <a:cs typeface="Arial"/>
                <a:sym typeface="Arial"/>
              </a:rPr>
              <a:t>Kementerian Pendidikan, Kebudayaan, Riset, dan Teknologi</a:t>
            </a:r>
            <a:endParaRPr sz="1600" b="0" i="0" u="none" strike="noStrike" cap="none">
              <a:solidFill>
                <a:schemeClr val="lt1"/>
              </a:solidFill>
              <a:latin typeface="Arial"/>
              <a:ea typeface="Arial"/>
              <a:cs typeface="Arial"/>
              <a:sym typeface="Arial"/>
            </a:endParaRPr>
          </a:p>
        </p:txBody>
      </p:sp>
      <p:pic>
        <p:nvPicPr>
          <p:cNvPr id="203" name="Google Shape;203;p38"/>
          <p:cNvPicPr preferRelativeResize="0"/>
          <p:nvPr/>
        </p:nvPicPr>
        <p:blipFill rotWithShape="1">
          <a:blip r:embed="rId2">
            <a:alphaModFix/>
          </a:blip>
          <a:srcRect/>
          <a:stretch/>
        </p:blipFill>
        <p:spPr>
          <a:xfrm>
            <a:off x="11127820" y="9665026"/>
            <a:ext cx="639382" cy="63938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204"/>
        <p:cNvGrpSpPr/>
        <p:nvPr/>
      </p:nvGrpSpPr>
      <p:grpSpPr>
        <a:xfrm>
          <a:off x="0" y="0"/>
          <a:ext cx="0" cy="0"/>
          <a:chOff x="0" y="0"/>
          <a:chExt cx="0" cy="0"/>
        </a:xfrm>
      </p:grpSpPr>
      <p:sp>
        <p:nvSpPr>
          <p:cNvPr id="205" name="Google Shape;205;p39"/>
          <p:cNvSpPr txBox="1">
            <a:spLocks noGrp="1"/>
          </p:cNvSpPr>
          <p:nvPr>
            <p:ph type="title"/>
          </p:nvPr>
        </p:nvSpPr>
        <p:spPr>
          <a:xfrm>
            <a:off x="2067650" y="392600"/>
            <a:ext cx="15444600" cy="1145400"/>
          </a:xfrm>
          <a:prstGeom prst="rect">
            <a:avLst/>
          </a:prstGeom>
          <a:noFill/>
          <a:ln>
            <a:noFill/>
          </a:ln>
        </p:spPr>
        <p:txBody>
          <a:bodyPr spcFirstLastPara="1" wrap="square" lIns="182850" tIns="182850" rIns="182850" bIns="182850" anchor="t" anchorCtr="0">
            <a:noAutofit/>
          </a:bodyPr>
          <a:lstStyle>
            <a:lvl1pPr lvl="0" algn="l">
              <a:lnSpc>
                <a:spcPct val="100000"/>
              </a:lnSpc>
              <a:spcBef>
                <a:spcPts val="0"/>
              </a:spcBef>
              <a:spcAft>
                <a:spcPts val="0"/>
              </a:spcAft>
              <a:buClr>
                <a:srgbClr val="344EAC"/>
              </a:buClr>
              <a:buSzPts val="4200"/>
              <a:buFont typeface="Open Sans ExtraBold"/>
              <a:buNone/>
              <a:defRPr sz="4200">
                <a:solidFill>
                  <a:srgbClr val="344EAC"/>
                </a:solidFill>
                <a:latin typeface="Open Sans ExtraBold"/>
                <a:ea typeface="Open Sans ExtraBold"/>
                <a:cs typeface="Open Sans ExtraBold"/>
                <a:sym typeface="Open Sans ExtraBold"/>
              </a:defRPr>
            </a:lvl1pPr>
            <a:lvl2pPr lvl="1" algn="l">
              <a:lnSpc>
                <a:spcPct val="100000"/>
              </a:lnSpc>
              <a:spcBef>
                <a:spcPts val="0"/>
              </a:spcBef>
              <a:spcAft>
                <a:spcPts val="0"/>
              </a:spcAft>
              <a:buSzPts val="6000"/>
              <a:buFont typeface="Open Sans"/>
              <a:buNone/>
              <a:defRPr>
                <a:latin typeface="Open Sans"/>
                <a:ea typeface="Open Sans"/>
                <a:cs typeface="Open Sans"/>
                <a:sym typeface="Open Sans"/>
              </a:defRPr>
            </a:lvl2pPr>
            <a:lvl3pPr lvl="2" algn="l">
              <a:lnSpc>
                <a:spcPct val="100000"/>
              </a:lnSpc>
              <a:spcBef>
                <a:spcPts val="0"/>
              </a:spcBef>
              <a:spcAft>
                <a:spcPts val="0"/>
              </a:spcAft>
              <a:buSzPts val="6000"/>
              <a:buFont typeface="Open Sans"/>
              <a:buNone/>
              <a:defRPr>
                <a:latin typeface="Open Sans"/>
                <a:ea typeface="Open Sans"/>
                <a:cs typeface="Open Sans"/>
                <a:sym typeface="Open Sans"/>
              </a:defRPr>
            </a:lvl3pPr>
            <a:lvl4pPr lvl="3" algn="l">
              <a:lnSpc>
                <a:spcPct val="100000"/>
              </a:lnSpc>
              <a:spcBef>
                <a:spcPts val="0"/>
              </a:spcBef>
              <a:spcAft>
                <a:spcPts val="0"/>
              </a:spcAft>
              <a:buSzPts val="6000"/>
              <a:buFont typeface="Open Sans"/>
              <a:buNone/>
              <a:defRPr>
                <a:latin typeface="Open Sans"/>
                <a:ea typeface="Open Sans"/>
                <a:cs typeface="Open Sans"/>
                <a:sym typeface="Open Sans"/>
              </a:defRPr>
            </a:lvl4pPr>
            <a:lvl5pPr lvl="4" algn="l">
              <a:lnSpc>
                <a:spcPct val="100000"/>
              </a:lnSpc>
              <a:spcBef>
                <a:spcPts val="0"/>
              </a:spcBef>
              <a:spcAft>
                <a:spcPts val="0"/>
              </a:spcAft>
              <a:buSzPts val="6000"/>
              <a:buFont typeface="Open Sans"/>
              <a:buNone/>
              <a:defRPr>
                <a:latin typeface="Open Sans"/>
                <a:ea typeface="Open Sans"/>
                <a:cs typeface="Open Sans"/>
                <a:sym typeface="Open Sans"/>
              </a:defRPr>
            </a:lvl5pPr>
            <a:lvl6pPr lvl="5" algn="l">
              <a:lnSpc>
                <a:spcPct val="100000"/>
              </a:lnSpc>
              <a:spcBef>
                <a:spcPts val="0"/>
              </a:spcBef>
              <a:spcAft>
                <a:spcPts val="0"/>
              </a:spcAft>
              <a:buSzPts val="6000"/>
              <a:buFont typeface="Open Sans"/>
              <a:buNone/>
              <a:defRPr>
                <a:latin typeface="Open Sans"/>
                <a:ea typeface="Open Sans"/>
                <a:cs typeface="Open Sans"/>
                <a:sym typeface="Open Sans"/>
              </a:defRPr>
            </a:lvl6pPr>
            <a:lvl7pPr lvl="6" algn="l">
              <a:lnSpc>
                <a:spcPct val="100000"/>
              </a:lnSpc>
              <a:spcBef>
                <a:spcPts val="0"/>
              </a:spcBef>
              <a:spcAft>
                <a:spcPts val="0"/>
              </a:spcAft>
              <a:buSzPts val="6000"/>
              <a:buFont typeface="Open Sans"/>
              <a:buNone/>
              <a:defRPr>
                <a:latin typeface="Open Sans"/>
                <a:ea typeface="Open Sans"/>
                <a:cs typeface="Open Sans"/>
                <a:sym typeface="Open Sans"/>
              </a:defRPr>
            </a:lvl7pPr>
            <a:lvl8pPr lvl="7" algn="l">
              <a:lnSpc>
                <a:spcPct val="100000"/>
              </a:lnSpc>
              <a:spcBef>
                <a:spcPts val="0"/>
              </a:spcBef>
              <a:spcAft>
                <a:spcPts val="0"/>
              </a:spcAft>
              <a:buSzPts val="6000"/>
              <a:buFont typeface="Open Sans"/>
              <a:buNone/>
              <a:defRPr>
                <a:latin typeface="Open Sans"/>
                <a:ea typeface="Open Sans"/>
                <a:cs typeface="Open Sans"/>
                <a:sym typeface="Open Sans"/>
              </a:defRPr>
            </a:lvl8pPr>
            <a:lvl9pPr lvl="8" algn="l">
              <a:lnSpc>
                <a:spcPct val="100000"/>
              </a:lnSpc>
              <a:spcBef>
                <a:spcPts val="0"/>
              </a:spcBef>
              <a:spcAft>
                <a:spcPts val="0"/>
              </a:spcAft>
              <a:buSzPts val="6000"/>
              <a:buFont typeface="Open Sans"/>
              <a:buNone/>
              <a:defRPr>
                <a:latin typeface="Open Sans"/>
                <a:ea typeface="Open Sans"/>
                <a:cs typeface="Open Sans"/>
                <a:sym typeface="Open Sans"/>
              </a:defRPr>
            </a:lvl9pPr>
          </a:lstStyle>
          <a:p>
            <a:endParaRPr/>
          </a:p>
        </p:txBody>
      </p:sp>
      <p:sp>
        <p:nvSpPr>
          <p:cNvPr id="206" name="Google Shape;206;p39"/>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Autofit/>
          </a:bodyPr>
          <a:lstStyle>
            <a:lvl1pPr marL="457200" lvl="0" indent="-457200" algn="l">
              <a:lnSpc>
                <a:spcPct val="115000"/>
              </a:lnSpc>
              <a:spcBef>
                <a:spcPts val="0"/>
              </a:spcBef>
              <a:spcAft>
                <a:spcPts val="0"/>
              </a:spcAft>
              <a:buSzPts val="3600"/>
              <a:buFont typeface="Open Sans"/>
              <a:buChar char="●"/>
              <a:defRPr>
                <a:latin typeface="Open Sans"/>
                <a:ea typeface="Open Sans"/>
                <a:cs typeface="Open Sans"/>
                <a:sym typeface="Open Sans"/>
              </a:defRPr>
            </a:lvl1pPr>
            <a:lvl2pPr marL="914400" lvl="1" indent="-406400" algn="l">
              <a:lnSpc>
                <a:spcPct val="115000"/>
              </a:lnSpc>
              <a:spcBef>
                <a:spcPts val="0"/>
              </a:spcBef>
              <a:spcAft>
                <a:spcPts val="0"/>
              </a:spcAft>
              <a:buSzPts val="2800"/>
              <a:buFont typeface="Open Sans"/>
              <a:buChar char="○"/>
              <a:defRPr>
                <a:latin typeface="Open Sans"/>
                <a:ea typeface="Open Sans"/>
                <a:cs typeface="Open Sans"/>
                <a:sym typeface="Open Sans"/>
              </a:defRPr>
            </a:lvl2pPr>
            <a:lvl3pPr marL="1371600" lvl="2" indent="-406400" algn="l">
              <a:lnSpc>
                <a:spcPct val="115000"/>
              </a:lnSpc>
              <a:spcBef>
                <a:spcPts val="0"/>
              </a:spcBef>
              <a:spcAft>
                <a:spcPts val="0"/>
              </a:spcAft>
              <a:buSzPts val="2800"/>
              <a:buFont typeface="Open Sans"/>
              <a:buChar char="■"/>
              <a:defRPr>
                <a:latin typeface="Open Sans"/>
                <a:ea typeface="Open Sans"/>
                <a:cs typeface="Open Sans"/>
                <a:sym typeface="Open Sans"/>
              </a:defRPr>
            </a:lvl3pPr>
            <a:lvl4pPr marL="1828800" lvl="3" indent="-406400" algn="l">
              <a:lnSpc>
                <a:spcPct val="115000"/>
              </a:lnSpc>
              <a:spcBef>
                <a:spcPts val="0"/>
              </a:spcBef>
              <a:spcAft>
                <a:spcPts val="0"/>
              </a:spcAft>
              <a:buSzPts val="2800"/>
              <a:buFont typeface="Open Sans"/>
              <a:buChar char="●"/>
              <a:defRPr>
                <a:latin typeface="Open Sans"/>
                <a:ea typeface="Open Sans"/>
                <a:cs typeface="Open Sans"/>
                <a:sym typeface="Open Sans"/>
              </a:defRPr>
            </a:lvl4pPr>
            <a:lvl5pPr marL="2286000" lvl="4" indent="-406400" algn="l">
              <a:lnSpc>
                <a:spcPct val="115000"/>
              </a:lnSpc>
              <a:spcBef>
                <a:spcPts val="0"/>
              </a:spcBef>
              <a:spcAft>
                <a:spcPts val="0"/>
              </a:spcAft>
              <a:buSzPts val="2800"/>
              <a:buFont typeface="Open Sans"/>
              <a:buChar char="○"/>
              <a:defRPr>
                <a:latin typeface="Open Sans"/>
                <a:ea typeface="Open Sans"/>
                <a:cs typeface="Open Sans"/>
                <a:sym typeface="Open Sans"/>
              </a:defRPr>
            </a:lvl5pPr>
            <a:lvl6pPr marL="2743200" lvl="5" indent="-406400" algn="l">
              <a:lnSpc>
                <a:spcPct val="115000"/>
              </a:lnSpc>
              <a:spcBef>
                <a:spcPts val="0"/>
              </a:spcBef>
              <a:spcAft>
                <a:spcPts val="0"/>
              </a:spcAft>
              <a:buSzPts val="2800"/>
              <a:buFont typeface="Open Sans"/>
              <a:buChar char="■"/>
              <a:defRPr>
                <a:latin typeface="Open Sans"/>
                <a:ea typeface="Open Sans"/>
                <a:cs typeface="Open Sans"/>
                <a:sym typeface="Open Sans"/>
              </a:defRPr>
            </a:lvl6pPr>
            <a:lvl7pPr marL="3200400" lvl="6" indent="-406400" algn="l">
              <a:lnSpc>
                <a:spcPct val="115000"/>
              </a:lnSpc>
              <a:spcBef>
                <a:spcPts val="0"/>
              </a:spcBef>
              <a:spcAft>
                <a:spcPts val="0"/>
              </a:spcAft>
              <a:buSzPts val="2800"/>
              <a:buFont typeface="Open Sans"/>
              <a:buChar char="●"/>
              <a:defRPr>
                <a:latin typeface="Open Sans"/>
                <a:ea typeface="Open Sans"/>
                <a:cs typeface="Open Sans"/>
                <a:sym typeface="Open Sans"/>
              </a:defRPr>
            </a:lvl7pPr>
            <a:lvl8pPr marL="3657600" lvl="7" indent="-406400" algn="l">
              <a:lnSpc>
                <a:spcPct val="115000"/>
              </a:lnSpc>
              <a:spcBef>
                <a:spcPts val="0"/>
              </a:spcBef>
              <a:spcAft>
                <a:spcPts val="0"/>
              </a:spcAft>
              <a:buSzPts val="2800"/>
              <a:buFont typeface="Open Sans"/>
              <a:buChar char="○"/>
              <a:defRPr>
                <a:latin typeface="Open Sans"/>
                <a:ea typeface="Open Sans"/>
                <a:cs typeface="Open Sans"/>
                <a:sym typeface="Open Sans"/>
              </a:defRPr>
            </a:lvl8pPr>
            <a:lvl9pPr marL="4114800" lvl="8" indent="-406400" algn="l">
              <a:lnSpc>
                <a:spcPct val="115000"/>
              </a:lnSpc>
              <a:spcBef>
                <a:spcPts val="0"/>
              </a:spcBef>
              <a:spcAft>
                <a:spcPts val="0"/>
              </a:spcAft>
              <a:buSzPts val="2800"/>
              <a:buFont typeface="Open Sans"/>
              <a:buChar char="■"/>
              <a:defRPr>
                <a:latin typeface="Open Sans"/>
                <a:ea typeface="Open Sans"/>
                <a:cs typeface="Open Sans"/>
                <a:sym typeface="Open Sans"/>
              </a:defRPr>
            </a:lvl9pPr>
          </a:lstStyle>
          <a:p>
            <a:endParaRPr/>
          </a:p>
        </p:txBody>
      </p:sp>
      <p:sp>
        <p:nvSpPr>
          <p:cNvPr id="207" name="Google Shape;207;p39"/>
          <p:cNvSpPr txBox="1"/>
          <p:nvPr/>
        </p:nvSpPr>
        <p:spPr>
          <a:xfrm>
            <a:off x="12420100" y="9733950"/>
            <a:ext cx="56052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344EAC"/>
                </a:solidFill>
                <a:latin typeface="Open Sans"/>
                <a:ea typeface="Open Sans"/>
                <a:cs typeface="Open Sans"/>
                <a:sym typeface="Open Sans"/>
              </a:rPr>
              <a:t>Kementerian Pendidikan Dasar dan Menengah</a:t>
            </a:r>
            <a:endParaRPr sz="1800" b="0" i="0" u="none" strike="noStrike" cap="none">
              <a:solidFill>
                <a:srgbClr val="344EAC"/>
              </a:solidFill>
              <a:latin typeface="Open Sans"/>
              <a:ea typeface="Open Sans"/>
              <a:cs typeface="Open Sans"/>
              <a:sym typeface="Open Sans"/>
            </a:endParaRPr>
          </a:p>
        </p:txBody>
      </p:sp>
      <p:pic>
        <p:nvPicPr>
          <p:cNvPr id="208" name="Google Shape;208;p39" descr="Google Shape;12;p5"/>
          <p:cNvPicPr preferRelativeResize="0"/>
          <p:nvPr/>
        </p:nvPicPr>
        <p:blipFill rotWithShape="1">
          <a:blip r:embed="rId2">
            <a:alphaModFix/>
          </a:blip>
          <a:srcRect l="18919" t="10" r="12234" b="-10"/>
          <a:stretch/>
        </p:blipFill>
        <p:spPr>
          <a:xfrm>
            <a:off x="12572500" y="9770926"/>
            <a:ext cx="299000" cy="307050"/>
          </a:xfrm>
          <a:prstGeom prst="rect">
            <a:avLst/>
          </a:prstGeom>
          <a:noFill/>
          <a:ln>
            <a:noFill/>
          </a:ln>
        </p:spPr>
      </p:pic>
      <p:grpSp>
        <p:nvGrpSpPr>
          <p:cNvPr id="209" name="Google Shape;209;p39"/>
          <p:cNvGrpSpPr/>
          <p:nvPr/>
        </p:nvGrpSpPr>
        <p:grpSpPr>
          <a:xfrm>
            <a:off x="64298" y="217736"/>
            <a:ext cx="1923749" cy="1495147"/>
            <a:chOff x="-151896" y="-128007"/>
            <a:chExt cx="1282499" cy="996765"/>
          </a:xfrm>
        </p:grpSpPr>
        <p:sp>
          <p:nvSpPr>
            <p:cNvPr id="210" name="Google Shape;210;p39"/>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211" name="Google Shape;211;p39"/>
            <p:cNvGrpSpPr/>
            <p:nvPr/>
          </p:nvGrpSpPr>
          <p:grpSpPr>
            <a:xfrm>
              <a:off x="-151896" y="-128007"/>
              <a:ext cx="1282499" cy="996765"/>
              <a:chOff x="5908291" y="1447244"/>
              <a:chExt cx="4033016" cy="3338127"/>
            </a:xfrm>
          </p:grpSpPr>
          <p:pic>
            <p:nvPicPr>
              <p:cNvPr id="212" name="Google Shape;212;p39"/>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213" name="Google Shape;213;p39"/>
              <p:cNvPicPr preferRelativeResize="0"/>
              <p:nvPr/>
            </p:nvPicPr>
            <p:blipFill rotWithShape="1">
              <a:blip r:embed="rId4">
                <a:alphaModFix/>
              </a:blip>
              <a:srcRect l="25906" t="42302" r="62505" b="55212"/>
              <a:stretch/>
            </p:blipFill>
            <p:spPr>
              <a:xfrm>
                <a:off x="6945284" y="2784764"/>
                <a:ext cx="486200" cy="120538"/>
              </a:xfrm>
              <a:prstGeom prst="rect">
                <a:avLst/>
              </a:prstGeom>
              <a:noFill/>
              <a:ln>
                <a:noFill/>
              </a:ln>
            </p:spPr>
          </p:pic>
        </p:grpSp>
        <p:pic>
          <p:nvPicPr>
            <p:cNvPr id="214" name="Google Shape;214;p39"/>
            <p:cNvPicPr preferRelativeResize="0"/>
            <p:nvPr/>
          </p:nvPicPr>
          <p:blipFill rotWithShape="1">
            <a:blip r:embed="rId5">
              <a:alphaModFix/>
            </a:blip>
            <a:srcRect/>
            <a:stretch/>
          </p:blipFill>
          <p:spPr>
            <a:xfrm>
              <a:off x="350001" y="64715"/>
              <a:ext cx="620819" cy="263808"/>
            </a:xfrm>
            <a:prstGeom prst="rect">
              <a:avLst/>
            </a:prstGeom>
            <a:noFill/>
            <a:ln>
              <a:noFill/>
            </a:ln>
          </p:spPr>
        </p:pic>
      </p:gr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APTION_ONLY_1_1_1">
  <p:cSld name="CAPTION_ONLY_1_1_1">
    <p:spTree>
      <p:nvGrpSpPr>
        <p:cNvPr id="1" name="Shape 215"/>
        <p:cNvGrpSpPr/>
        <p:nvPr/>
      </p:nvGrpSpPr>
      <p:grpSpPr>
        <a:xfrm>
          <a:off x="0" y="0"/>
          <a:ext cx="0" cy="0"/>
          <a:chOff x="0" y="0"/>
          <a:chExt cx="0" cy="0"/>
        </a:xfrm>
      </p:grpSpPr>
      <p:sp>
        <p:nvSpPr>
          <p:cNvPr id="216" name="Google Shape;216;p40"/>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Clr>
                <a:srgbClr val="344EAC"/>
              </a:buClr>
              <a:buSzPts val="3600"/>
              <a:buFont typeface="Open Sans ExtraBold"/>
              <a:buNone/>
              <a:defRPr>
                <a:solidFill>
                  <a:srgbClr val="344EAC"/>
                </a:solidFill>
                <a:latin typeface="Open Sans ExtraBold"/>
                <a:ea typeface="Open Sans ExtraBold"/>
                <a:cs typeface="Open Sans ExtraBold"/>
                <a:sym typeface="Open Sans ExtraBold"/>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217" name="Google Shape;217;p40"/>
          <p:cNvSpPr txBox="1"/>
          <p:nvPr/>
        </p:nvSpPr>
        <p:spPr>
          <a:xfrm>
            <a:off x="12420100" y="9733950"/>
            <a:ext cx="56052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344EAC"/>
                </a:solidFill>
                <a:latin typeface="Open Sans"/>
                <a:ea typeface="Open Sans"/>
                <a:cs typeface="Open Sans"/>
                <a:sym typeface="Open Sans"/>
              </a:rPr>
              <a:t>Kementerian Pendidikan Dasar dan Menengah</a:t>
            </a:r>
            <a:endParaRPr sz="1800" b="0" i="0" u="none" strike="noStrike" cap="none">
              <a:solidFill>
                <a:srgbClr val="344EAC"/>
              </a:solidFill>
              <a:latin typeface="Open Sans"/>
              <a:ea typeface="Open Sans"/>
              <a:cs typeface="Open Sans"/>
              <a:sym typeface="Open Sans"/>
            </a:endParaRPr>
          </a:p>
        </p:txBody>
      </p:sp>
      <p:pic>
        <p:nvPicPr>
          <p:cNvPr id="218" name="Google Shape;218;p40" descr="Google Shape;12;p5"/>
          <p:cNvPicPr preferRelativeResize="0"/>
          <p:nvPr/>
        </p:nvPicPr>
        <p:blipFill rotWithShape="1">
          <a:blip r:embed="rId2">
            <a:alphaModFix/>
          </a:blip>
          <a:srcRect l="18919" t="10" r="12234" b="-10"/>
          <a:stretch/>
        </p:blipFill>
        <p:spPr>
          <a:xfrm>
            <a:off x="12572500" y="9770926"/>
            <a:ext cx="299000" cy="30705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APTION_ONLY_1_3">
  <p:cSld name="CAPTION_ONLY_1_3">
    <p:spTree>
      <p:nvGrpSpPr>
        <p:cNvPr id="1" name="Shape 219"/>
        <p:cNvGrpSpPr/>
        <p:nvPr/>
      </p:nvGrpSpPr>
      <p:grpSpPr>
        <a:xfrm>
          <a:off x="0" y="0"/>
          <a:ext cx="0" cy="0"/>
          <a:chOff x="0" y="0"/>
          <a:chExt cx="0" cy="0"/>
        </a:xfrm>
      </p:grpSpPr>
      <p:sp>
        <p:nvSpPr>
          <p:cNvPr id="220" name="Google Shape;220;p41"/>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Clr>
                <a:srgbClr val="344EAC"/>
              </a:buClr>
              <a:buSzPts val="3600"/>
              <a:buFont typeface="Open Sans ExtraBold"/>
              <a:buNone/>
              <a:defRPr>
                <a:solidFill>
                  <a:srgbClr val="344EAC"/>
                </a:solidFill>
                <a:latin typeface="Open Sans ExtraBold"/>
                <a:ea typeface="Open Sans ExtraBold"/>
                <a:cs typeface="Open Sans ExtraBold"/>
                <a:sym typeface="Open Sans ExtraBold"/>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221" name="Google Shape;221;p41"/>
          <p:cNvSpPr txBox="1"/>
          <p:nvPr/>
        </p:nvSpPr>
        <p:spPr>
          <a:xfrm>
            <a:off x="12420100" y="9733950"/>
            <a:ext cx="56052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344EAC"/>
                </a:solidFill>
                <a:latin typeface="Open Sans"/>
                <a:ea typeface="Open Sans"/>
                <a:cs typeface="Open Sans"/>
                <a:sym typeface="Open Sans"/>
              </a:rPr>
              <a:t>Kementerian Pendidikan Dasar dan Menengah</a:t>
            </a:r>
            <a:endParaRPr sz="1800" b="0" i="0" u="none" strike="noStrike" cap="none">
              <a:solidFill>
                <a:srgbClr val="344EAC"/>
              </a:solidFill>
              <a:latin typeface="Open Sans"/>
              <a:ea typeface="Open Sans"/>
              <a:cs typeface="Open Sans"/>
              <a:sym typeface="Open Sans"/>
            </a:endParaRPr>
          </a:p>
        </p:txBody>
      </p:sp>
      <p:pic>
        <p:nvPicPr>
          <p:cNvPr id="222" name="Google Shape;222;p41" descr="Google Shape;12;p5"/>
          <p:cNvPicPr preferRelativeResize="0"/>
          <p:nvPr/>
        </p:nvPicPr>
        <p:blipFill rotWithShape="1">
          <a:blip r:embed="rId2">
            <a:alphaModFix/>
          </a:blip>
          <a:srcRect l="18919" t="10" r="12234" b="-10"/>
          <a:stretch/>
        </p:blipFill>
        <p:spPr>
          <a:xfrm>
            <a:off x="12572500" y="9770926"/>
            <a:ext cx="299000" cy="30705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losing">
  <p:cSld name="Closing">
    <p:spTree>
      <p:nvGrpSpPr>
        <p:cNvPr id="1" name="Shape 223"/>
        <p:cNvGrpSpPr/>
        <p:nvPr/>
      </p:nvGrpSpPr>
      <p:grpSpPr>
        <a:xfrm>
          <a:off x="0" y="0"/>
          <a:ext cx="0" cy="0"/>
          <a:chOff x="0" y="0"/>
          <a:chExt cx="0" cy="0"/>
        </a:xfrm>
      </p:grpSpPr>
      <p:pic>
        <p:nvPicPr>
          <p:cNvPr id="224" name="Google Shape;224;p42"/>
          <p:cNvPicPr preferRelativeResize="0"/>
          <p:nvPr/>
        </p:nvPicPr>
        <p:blipFill rotWithShape="1">
          <a:blip r:embed="rId2">
            <a:alphaModFix/>
          </a:blip>
          <a:srcRect t="-3210" b="3209"/>
          <a:stretch/>
        </p:blipFill>
        <p:spPr>
          <a:xfrm>
            <a:off x="0" y="0"/>
            <a:ext cx="18288000" cy="10287022"/>
          </a:xfrm>
          <a:prstGeom prst="rect">
            <a:avLst/>
          </a:prstGeom>
          <a:noFill/>
          <a:ln>
            <a:noFill/>
          </a:ln>
        </p:spPr>
      </p:pic>
      <p:pic>
        <p:nvPicPr>
          <p:cNvPr id="225" name="Google Shape;225;p42"/>
          <p:cNvPicPr preferRelativeResize="0"/>
          <p:nvPr/>
        </p:nvPicPr>
        <p:blipFill rotWithShape="1">
          <a:blip r:embed="rId3">
            <a:alphaModFix/>
          </a:blip>
          <a:srcRect/>
          <a:stretch/>
        </p:blipFill>
        <p:spPr>
          <a:xfrm>
            <a:off x="558748" y="486400"/>
            <a:ext cx="860502" cy="871402"/>
          </a:xfrm>
          <a:prstGeom prst="rect">
            <a:avLst/>
          </a:prstGeom>
          <a:noFill/>
          <a:ln>
            <a:noFill/>
          </a:ln>
        </p:spPr>
      </p:pic>
      <p:sp>
        <p:nvSpPr>
          <p:cNvPr id="226" name="Google Shape;226;p42"/>
          <p:cNvSpPr txBox="1"/>
          <p:nvPr/>
        </p:nvSpPr>
        <p:spPr>
          <a:xfrm>
            <a:off x="1580750" y="454348"/>
            <a:ext cx="7927800" cy="985200"/>
          </a:xfrm>
          <a:prstGeom prst="rect">
            <a:avLst/>
          </a:prstGeom>
          <a:noFill/>
          <a:ln>
            <a:noFill/>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63474"/>
                </a:solidFill>
                <a:latin typeface="Nunito Sans SemiBold"/>
                <a:ea typeface="Nunito Sans SemiBold"/>
                <a:cs typeface="Nunito Sans SemiBold"/>
                <a:sym typeface="Nunito Sans SemiBold"/>
              </a:rPr>
              <a:t>Kementerian Pendidikan, Kebudayaan, Riset, dan Teknologi</a:t>
            </a:r>
            <a:br>
              <a:rPr lang="en-US" sz="2000" b="0" i="0" u="none" strike="noStrike" cap="none">
                <a:solidFill>
                  <a:srgbClr val="263474"/>
                </a:solidFill>
                <a:latin typeface="Nunito Sans SemiBold"/>
                <a:ea typeface="Nunito Sans SemiBold"/>
                <a:cs typeface="Nunito Sans SemiBold"/>
                <a:sym typeface="Nunito Sans SemiBold"/>
              </a:rPr>
            </a:br>
            <a:r>
              <a:rPr lang="en-US" sz="2000" b="0" i="0" u="none" strike="noStrike" cap="none">
                <a:solidFill>
                  <a:srgbClr val="263474"/>
                </a:solidFill>
                <a:latin typeface="Nunito Sans SemiBold"/>
                <a:ea typeface="Nunito Sans SemiBold"/>
                <a:cs typeface="Nunito Sans SemiBold"/>
                <a:sym typeface="Nunito Sans SemiBold"/>
              </a:rPr>
              <a:t>Direktorat Jenderal Guru dan Tenaga Kependidikan</a:t>
            </a:r>
            <a:endParaRPr sz="2000" b="0" i="0" u="none" strike="noStrike" cap="none">
              <a:solidFill>
                <a:srgbClr val="263474"/>
              </a:solidFill>
              <a:latin typeface="Nunito Sans SemiBold"/>
              <a:ea typeface="Nunito Sans SemiBold"/>
              <a:cs typeface="Nunito Sans SemiBold"/>
              <a:sym typeface="Nunito Sans SemiBo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227"/>
        <p:cNvGrpSpPr/>
        <p:nvPr/>
      </p:nvGrpSpPr>
      <p:grpSpPr>
        <a:xfrm>
          <a:off x="0" y="0"/>
          <a:ext cx="0" cy="0"/>
          <a:chOff x="0" y="0"/>
          <a:chExt cx="0" cy="0"/>
        </a:xfrm>
      </p:grpSpPr>
      <p:sp>
        <p:nvSpPr>
          <p:cNvPr id="228" name="Google Shape;228;p43"/>
          <p:cNvSpPr txBox="1">
            <a:spLocks noGrp="1"/>
          </p:cNvSpPr>
          <p:nvPr>
            <p:ph type="title"/>
          </p:nvPr>
        </p:nvSpPr>
        <p:spPr>
          <a:xfrm>
            <a:off x="469548" y="674212"/>
            <a:ext cx="16765200" cy="431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4200"/>
              <a:buNone/>
              <a:defRPr sz="2800" b="1" i="0">
                <a:solidFill>
                  <a:srgbClr val="001F60"/>
                </a:solidFill>
                <a:latin typeface="Arial"/>
                <a:ea typeface="Arial"/>
                <a:cs typeface="Arial"/>
                <a:sym typeface="Arial"/>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229" name="Google Shape;229;p43"/>
          <p:cNvSpPr txBox="1">
            <a:spLocks noGrp="1"/>
          </p:cNvSpPr>
          <p:nvPr>
            <p:ph type="ftr" idx="11"/>
          </p:nvPr>
        </p:nvSpPr>
        <p:spPr>
          <a:xfrm>
            <a:off x="511806" y="9746236"/>
            <a:ext cx="4446000" cy="2154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lt1"/>
              </a:buClr>
              <a:buSzPts val="2200"/>
              <a:buFont typeface="Arial"/>
              <a:buNone/>
              <a:defRPr sz="1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9pPr>
          </a:lstStyle>
          <a:p>
            <a:endParaRPr/>
          </a:p>
        </p:txBody>
      </p:sp>
      <p:sp>
        <p:nvSpPr>
          <p:cNvPr id="230" name="Google Shape;230;p43"/>
          <p:cNvSpPr txBox="1">
            <a:spLocks noGrp="1"/>
          </p:cNvSpPr>
          <p:nvPr>
            <p:ph type="dt" idx="10"/>
          </p:nvPr>
        </p:nvSpPr>
        <p:spPr>
          <a:xfrm>
            <a:off x="11954330" y="9761226"/>
            <a:ext cx="5443200" cy="2460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lt1"/>
              </a:buClr>
              <a:buSzPts val="22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9pPr>
          </a:lstStyle>
          <a:p>
            <a:endParaRPr/>
          </a:p>
        </p:txBody>
      </p:sp>
      <p:sp>
        <p:nvSpPr>
          <p:cNvPr id="231" name="Google Shape;231;p43"/>
          <p:cNvSpPr txBox="1">
            <a:spLocks noGrp="1"/>
          </p:cNvSpPr>
          <p:nvPr>
            <p:ph type="sldNum" idx="12"/>
          </p:nvPr>
        </p:nvSpPr>
        <p:spPr>
          <a:xfrm>
            <a:off x="17752938" y="9750918"/>
            <a:ext cx="379800" cy="246300"/>
          </a:xfrm>
          <a:prstGeom prst="rect">
            <a:avLst/>
          </a:prstGeom>
          <a:noFill/>
          <a:ln>
            <a:noFill/>
          </a:ln>
        </p:spPr>
        <p:txBody>
          <a:bodyPr spcFirstLastPara="1" wrap="square" lIns="0" tIns="0" rIns="0" bIns="0" anchor="t" anchorCtr="0">
            <a:spAutoFit/>
          </a:bodyPr>
          <a:lstStyle>
            <a:lvl1pPr marL="76200" marR="0" lvl="0"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L="76200" marR="0" lvl="1"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L="76200" marR="0" lvl="2"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76200" marR="0" lvl="3"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L="76200" marR="0" lvl="4"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L="76200" marR="0" lvl="5"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L="76200" marR="0" lvl="6"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L="76200" marR="0" lvl="7"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L="76200" marR="0" lvl="8"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pPr marL="76200" lvl="0" indent="0" algn="l" rtl="0">
              <a:spcBef>
                <a:spcPts val="0"/>
              </a:spcBef>
              <a:spcAft>
                <a:spcPts val="0"/>
              </a:spcAft>
              <a:buNone/>
            </a:pPr>
            <a:fld id="{00000000-1234-1234-1234-123412341234}" type="slidenum">
              <a:rPr lang="en-US"/>
              <a:t>‹#›</a:t>
            </a:fld>
            <a:endParaRPr sz="2000">
              <a:solidFill>
                <a:schemeClr val="dk2"/>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aption 1">
  <p:cSld name="Caption 1">
    <p:spTree>
      <p:nvGrpSpPr>
        <p:cNvPr id="1" name="Shape 232"/>
        <p:cNvGrpSpPr/>
        <p:nvPr/>
      </p:nvGrpSpPr>
      <p:grpSpPr>
        <a:xfrm>
          <a:off x="0" y="0"/>
          <a:ext cx="0" cy="0"/>
          <a:chOff x="0" y="0"/>
          <a:chExt cx="0" cy="0"/>
        </a:xfrm>
      </p:grpSpPr>
      <p:sp>
        <p:nvSpPr>
          <p:cNvPr id="233" name="Google Shape;233;p44"/>
          <p:cNvSpPr txBox="1">
            <a:spLocks noGrp="1"/>
          </p:cNvSpPr>
          <p:nvPr>
            <p:ph type="body" idx="1"/>
          </p:nvPr>
        </p:nvSpPr>
        <p:spPr>
          <a:xfrm>
            <a:off x="623400" y="8461151"/>
            <a:ext cx="11997600" cy="1210200"/>
          </a:xfrm>
          <a:prstGeom prst="rect">
            <a:avLst/>
          </a:prstGeom>
          <a:noFill/>
          <a:ln>
            <a:noFill/>
          </a:ln>
        </p:spPr>
        <p:txBody>
          <a:bodyPr spcFirstLastPara="1" wrap="square" lIns="137150" tIns="137150" rIns="137150" bIns="137150" anchor="ctr" anchorCtr="0">
            <a:normAutofit/>
          </a:bodyPr>
          <a:lstStyle>
            <a:lvl1pPr marL="457200" lvl="0" indent="-228600" algn="l">
              <a:lnSpc>
                <a:spcPct val="100000"/>
              </a:lnSpc>
              <a:spcBef>
                <a:spcPts val="0"/>
              </a:spcBef>
              <a:spcAft>
                <a:spcPts val="0"/>
              </a:spcAft>
              <a:buClr>
                <a:srgbClr val="344EAC"/>
              </a:buClr>
              <a:buSzPts val="2800"/>
              <a:buFont typeface="Open Sans ExtraBold"/>
              <a:buNone/>
              <a:defRPr b="1">
                <a:solidFill>
                  <a:srgbClr val="344EAC"/>
                </a:solidFill>
                <a:latin typeface="Open Sans ExtraBold"/>
                <a:ea typeface="Open Sans ExtraBold"/>
                <a:cs typeface="Open Sans ExtraBold"/>
                <a:sym typeface="Open Sans ExtraBold"/>
              </a:defRPr>
            </a:lvl1pPr>
            <a:lvl2pPr marL="914400" lvl="1" indent="-368300" algn="l">
              <a:lnSpc>
                <a:spcPct val="115000"/>
              </a:lnSpc>
              <a:spcBef>
                <a:spcPts val="0"/>
              </a:spcBef>
              <a:spcAft>
                <a:spcPts val="0"/>
              </a:spcAft>
              <a:buSzPts val="2200"/>
              <a:buChar char="○"/>
              <a:defRPr/>
            </a:lvl2pPr>
            <a:lvl3pPr marL="1371600" lvl="2" indent="-368300" algn="l">
              <a:lnSpc>
                <a:spcPct val="115000"/>
              </a:lnSpc>
              <a:spcBef>
                <a:spcPts val="0"/>
              </a:spcBef>
              <a:spcAft>
                <a:spcPts val="0"/>
              </a:spcAft>
              <a:buSzPts val="2200"/>
              <a:buChar char="■"/>
              <a:defRPr/>
            </a:lvl3pPr>
            <a:lvl4pPr marL="1828800" lvl="3" indent="-368300" algn="l">
              <a:lnSpc>
                <a:spcPct val="115000"/>
              </a:lnSpc>
              <a:spcBef>
                <a:spcPts val="0"/>
              </a:spcBef>
              <a:spcAft>
                <a:spcPts val="0"/>
              </a:spcAft>
              <a:buSzPts val="2200"/>
              <a:buChar char="●"/>
              <a:defRPr/>
            </a:lvl4pPr>
            <a:lvl5pPr marL="2286000" lvl="4" indent="-368300" algn="l">
              <a:lnSpc>
                <a:spcPct val="115000"/>
              </a:lnSpc>
              <a:spcBef>
                <a:spcPts val="0"/>
              </a:spcBef>
              <a:spcAft>
                <a:spcPts val="0"/>
              </a:spcAft>
              <a:buSzPts val="2200"/>
              <a:buChar char="○"/>
              <a:defRPr/>
            </a:lvl5pPr>
            <a:lvl6pPr marL="2743200" lvl="5" indent="-368300" algn="l">
              <a:lnSpc>
                <a:spcPct val="115000"/>
              </a:lnSpc>
              <a:spcBef>
                <a:spcPts val="0"/>
              </a:spcBef>
              <a:spcAft>
                <a:spcPts val="0"/>
              </a:spcAft>
              <a:buSzPts val="2200"/>
              <a:buChar char="■"/>
              <a:defRPr/>
            </a:lvl6pPr>
            <a:lvl7pPr marL="3200400" lvl="6" indent="-368300" algn="l">
              <a:lnSpc>
                <a:spcPct val="115000"/>
              </a:lnSpc>
              <a:spcBef>
                <a:spcPts val="0"/>
              </a:spcBef>
              <a:spcAft>
                <a:spcPts val="0"/>
              </a:spcAft>
              <a:buSzPts val="2200"/>
              <a:buChar char="●"/>
              <a:defRPr/>
            </a:lvl7pPr>
            <a:lvl8pPr marL="3657600" lvl="7" indent="-368300" algn="l">
              <a:lnSpc>
                <a:spcPct val="115000"/>
              </a:lnSpc>
              <a:spcBef>
                <a:spcPts val="0"/>
              </a:spcBef>
              <a:spcAft>
                <a:spcPts val="0"/>
              </a:spcAft>
              <a:buSzPts val="2200"/>
              <a:buChar char="○"/>
              <a:defRPr/>
            </a:lvl8pPr>
            <a:lvl9pPr marL="4114800" lvl="8" indent="-368300" algn="l">
              <a:lnSpc>
                <a:spcPct val="115000"/>
              </a:lnSpc>
              <a:spcBef>
                <a:spcPts val="0"/>
              </a:spcBef>
              <a:spcAft>
                <a:spcPts val="0"/>
              </a:spcAft>
              <a:buSzPts val="2200"/>
              <a:buChar char="■"/>
              <a:defRPr/>
            </a:lvl9pPr>
          </a:lstStyle>
          <a:p>
            <a:endParaRPr/>
          </a:p>
        </p:txBody>
      </p:sp>
      <p:sp>
        <p:nvSpPr>
          <p:cNvPr id="234" name="Google Shape;234;p44"/>
          <p:cNvSpPr txBox="1"/>
          <p:nvPr/>
        </p:nvSpPr>
        <p:spPr>
          <a:xfrm>
            <a:off x="12420101" y="9733950"/>
            <a:ext cx="56052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000"/>
              <a:buFont typeface="Arial"/>
              <a:buNone/>
            </a:pPr>
            <a:r>
              <a:rPr lang="en-US" sz="1800" b="0" i="0" u="none" strike="noStrike" cap="none">
                <a:solidFill>
                  <a:srgbClr val="344EAC"/>
                </a:solidFill>
                <a:latin typeface="Open Sans"/>
                <a:ea typeface="Open Sans"/>
                <a:cs typeface="Open Sans"/>
                <a:sym typeface="Open Sans"/>
              </a:rPr>
              <a:t>Kementerian Pendidikan Dasar dan Menengah</a:t>
            </a:r>
            <a:endParaRPr sz="1800" b="0" i="0" u="none" strike="noStrike" cap="none">
              <a:solidFill>
                <a:srgbClr val="344EAC"/>
              </a:solidFill>
              <a:latin typeface="Open Sans"/>
              <a:ea typeface="Open Sans"/>
              <a:cs typeface="Open Sans"/>
              <a:sym typeface="Open Sans"/>
            </a:endParaRPr>
          </a:p>
        </p:txBody>
      </p:sp>
      <p:pic>
        <p:nvPicPr>
          <p:cNvPr id="235" name="Google Shape;235;p44" descr="Google Shape;12;p5"/>
          <p:cNvPicPr preferRelativeResize="0"/>
          <p:nvPr/>
        </p:nvPicPr>
        <p:blipFill rotWithShape="1">
          <a:blip r:embed="rId2">
            <a:alphaModFix/>
          </a:blip>
          <a:srcRect l="18919" t="10" r="12234" b="-10"/>
          <a:stretch/>
        </p:blipFill>
        <p:spPr>
          <a:xfrm>
            <a:off x="12572501" y="9770927"/>
            <a:ext cx="299000" cy="3070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p13"/>
          <p:cNvSpPr txBox="1">
            <a:spLocks noGrp="1"/>
          </p:cNvSpPr>
          <p:nvPr>
            <p:ph type="title"/>
          </p:nvPr>
        </p:nvSpPr>
        <p:spPr>
          <a:xfrm>
            <a:off x="776478" y="749300"/>
            <a:ext cx="16735200" cy="9654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2800"/>
              <a:buFont typeface="Arial"/>
              <a:buNone/>
              <a:defRPr sz="6000" b="1" i="0" u="none" strike="noStrike" cap="none">
                <a:solidFill>
                  <a:srgbClr val="1C4586"/>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9pPr>
          </a:lstStyle>
          <a:p>
            <a:endParaRPr/>
          </a:p>
        </p:txBody>
      </p:sp>
      <p:sp>
        <p:nvSpPr>
          <p:cNvPr id="82" name="Google Shape;82;p13"/>
          <p:cNvSpPr txBox="1">
            <a:spLocks noGrp="1"/>
          </p:cNvSpPr>
          <p:nvPr>
            <p:ph type="body" idx="1"/>
          </p:nvPr>
        </p:nvSpPr>
        <p:spPr>
          <a:xfrm>
            <a:off x="1313434" y="3871976"/>
            <a:ext cx="15661200" cy="26226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800"/>
              <a:buFont typeface="Arial"/>
              <a:buNone/>
              <a:defRPr sz="2400" b="1" i="0" u="none" strike="noStrike" cap="none">
                <a:solidFill>
                  <a:srgbClr val="CFF3FB"/>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Calibri"/>
                <a:ea typeface="Calibri"/>
                <a:cs typeface="Calibri"/>
                <a:sym typeface="Calibri"/>
              </a:defRPr>
            </a:lvl9pPr>
          </a:lstStyle>
          <a:p>
            <a:endParaRPr/>
          </a:p>
        </p:txBody>
      </p:sp>
      <p:sp>
        <p:nvSpPr>
          <p:cNvPr id="83" name="Google Shape;83;p13"/>
          <p:cNvSpPr txBox="1">
            <a:spLocks noGrp="1"/>
          </p:cNvSpPr>
          <p:nvPr>
            <p:ph type="ftr" idx="11"/>
          </p:nvPr>
        </p:nvSpPr>
        <p:spPr>
          <a:xfrm>
            <a:off x="6217920" y="9566910"/>
            <a:ext cx="5852400" cy="5142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2800"/>
              <a:buFont typeface="Arial"/>
              <a:buNone/>
              <a:defRPr sz="3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9pPr>
          </a:lstStyle>
          <a:p>
            <a:endParaRPr/>
          </a:p>
        </p:txBody>
      </p:sp>
      <p:sp>
        <p:nvSpPr>
          <p:cNvPr id="84" name="Google Shape;84;p13"/>
          <p:cNvSpPr txBox="1">
            <a:spLocks noGrp="1"/>
          </p:cNvSpPr>
          <p:nvPr>
            <p:ph type="dt" idx="10"/>
          </p:nvPr>
        </p:nvSpPr>
        <p:spPr>
          <a:xfrm>
            <a:off x="914400" y="9566910"/>
            <a:ext cx="4206000" cy="5142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2800"/>
              <a:buFont typeface="Arial"/>
              <a:buNone/>
              <a:defRPr sz="3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9pPr>
          </a:lstStyle>
          <a:p>
            <a:endParaRPr/>
          </a:p>
        </p:txBody>
      </p:sp>
      <p:sp>
        <p:nvSpPr>
          <p:cNvPr id="85" name="Google Shape;85;p13"/>
          <p:cNvSpPr txBox="1">
            <a:spLocks noGrp="1"/>
          </p:cNvSpPr>
          <p:nvPr>
            <p:ph type="sldNum" idx="12"/>
          </p:nvPr>
        </p:nvSpPr>
        <p:spPr>
          <a:xfrm>
            <a:off x="13167360" y="9566910"/>
            <a:ext cx="4206000" cy="5541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2800">
              <a:solidFill>
                <a:srgbClr val="000000"/>
              </a:solidFill>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42"/>
        <p:cNvGrpSpPr/>
        <p:nvPr/>
      </p:nvGrpSpPr>
      <p:grpSpPr>
        <a:xfrm>
          <a:off x="0" y="0"/>
          <a:ext cx="0" cy="0"/>
          <a:chOff x="0" y="0"/>
          <a:chExt cx="0" cy="0"/>
        </a:xfrm>
      </p:grpSpPr>
      <p:sp>
        <p:nvSpPr>
          <p:cNvPr id="143" name="Google Shape;143;p23"/>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marR="0" lvl="0"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9pPr>
          </a:lstStyle>
          <a:p>
            <a:endParaRPr/>
          </a:p>
        </p:txBody>
      </p:sp>
      <p:sp>
        <p:nvSpPr>
          <p:cNvPr id="144" name="Google Shape;144;p23"/>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marR="0" lvl="0" indent="-457200" algn="l" rtl="0">
              <a:lnSpc>
                <a:spcPct val="115000"/>
              </a:lnSpc>
              <a:spcBef>
                <a:spcPts val="0"/>
              </a:spcBef>
              <a:spcAft>
                <a:spcPts val="0"/>
              </a:spcAft>
              <a:buClr>
                <a:schemeClr val="dk2"/>
              </a:buClr>
              <a:buSzPts val="3600"/>
              <a:buFont typeface="Arial"/>
              <a:buChar char="●"/>
              <a:defRPr sz="3600" b="0" i="0" u="none" strike="noStrike" cap="none">
                <a:solidFill>
                  <a:schemeClr val="dk2"/>
                </a:solidFill>
                <a:latin typeface="Arial"/>
                <a:ea typeface="Arial"/>
                <a:cs typeface="Arial"/>
                <a:sym typeface="Arial"/>
              </a:defRPr>
            </a:lvl1pPr>
            <a:lvl2pPr marL="914400" marR="0" lvl="1"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2pPr>
            <a:lvl3pPr marL="1371600" marR="0" lvl="2"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3pPr>
            <a:lvl4pPr marL="1828800" marR="0" lvl="3"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4pPr>
            <a:lvl5pPr marL="2286000" marR="0" lvl="4"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5pPr>
            <a:lvl6pPr marL="2743200" marR="0" lvl="5"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6pPr>
            <a:lvl7pPr marL="3200400" marR="0" lvl="6"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7pPr>
            <a:lvl8pPr marL="3657600" marR="0" lvl="7"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8pPr>
            <a:lvl9pPr marL="4114800" marR="0" lvl="8"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9pPr>
          </a:lstStyle>
          <a:p>
            <a:endParaRPr/>
          </a:p>
        </p:txBody>
      </p:sp>
      <p:sp>
        <p:nvSpPr>
          <p:cNvPr id="145" name="Google Shape;145;p23"/>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8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pic>
        <p:nvPicPr>
          <p:cNvPr id="240" name="Google Shape;240;p45"/>
          <p:cNvPicPr preferRelativeResize="0"/>
          <p:nvPr/>
        </p:nvPicPr>
        <p:blipFill rotWithShape="1">
          <a:blip r:embed="rId3">
            <a:alphaModFix/>
          </a:blip>
          <a:srcRect b="24952"/>
          <a:stretch/>
        </p:blipFill>
        <p:spPr>
          <a:xfrm>
            <a:off x="0" y="0"/>
            <a:ext cx="18288000" cy="10287000"/>
          </a:xfrm>
          <a:prstGeom prst="rect">
            <a:avLst/>
          </a:prstGeom>
          <a:noFill/>
          <a:ln>
            <a:noFill/>
          </a:ln>
        </p:spPr>
      </p:pic>
      <p:pic>
        <p:nvPicPr>
          <p:cNvPr id="241" name="Google Shape;241;p45"/>
          <p:cNvPicPr preferRelativeResize="0"/>
          <p:nvPr/>
        </p:nvPicPr>
        <p:blipFill rotWithShape="1">
          <a:blip r:embed="rId4">
            <a:alphaModFix/>
          </a:blip>
          <a:srcRect/>
          <a:stretch/>
        </p:blipFill>
        <p:spPr>
          <a:xfrm>
            <a:off x="309248" y="163600"/>
            <a:ext cx="711647" cy="720648"/>
          </a:xfrm>
          <a:prstGeom prst="rect">
            <a:avLst/>
          </a:prstGeom>
          <a:noFill/>
          <a:ln>
            <a:noFill/>
          </a:ln>
        </p:spPr>
      </p:pic>
      <p:sp>
        <p:nvSpPr>
          <p:cNvPr id="242" name="Google Shape;242;p45"/>
          <p:cNvSpPr txBox="1"/>
          <p:nvPr/>
        </p:nvSpPr>
        <p:spPr>
          <a:xfrm>
            <a:off x="1020900" y="31350"/>
            <a:ext cx="5217000" cy="985200"/>
          </a:xfrm>
          <a:prstGeom prst="rect">
            <a:avLst/>
          </a:prstGeom>
          <a:noFill/>
          <a:ln>
            <a:noFill/>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FFFFFF"/>
                </a:solidFill>
                <a:latin typeface="Lato Black"/>
                <a:ea typeface="Lato Black"/>
                <a:cs typeface="Lato Black"/>
                <a:sym typeface="Lato Black"/>
              </a:rPr>
              <a:t>Kementerian Pendidikan </a:t>
            </a:r>
            <a:br>
              <a:rPr lang="en-US" sz="2000" b="0" i="0" u="none" strike="noStrike" cap="none">
                <a:solidFill>
                  <a:srgbClr val="FFFFFF"/>
                </a:solidFill>
                <a:latin typeface="Lato Black"/>
                <a:ea typeface="Lato Black"/>
                <a:cs typeface="Lato Black"/>
                <a:sym typeface="Lato Black"/>
              </a:rPr>
            </a:br>
            <a:r>
              <a:rPr lang="en-US" sz="2000" b="0" i="0" u="none" strike="noStrike" cap="none">
                <a:solidFill>
                  <a:srgbClr val="FFFFFF"/>
                </a:solidFill>
                <a:latin typeface="Lato Black"/>
                <a:ea typeface="Lato Black"/>
                <a:cs typeface="Lato Black"/>
                <a:sym typeface="Lato Black"/>
              </a:rPr>
              <a:t>Dasar dan Menengah</a:t>
            </a:r>
            <a:endParaRPr sz="2000" b="0" i="0" u="none" strike="noStrike" cap="none">
              <a:solidFill>
                <a:srgbClr val="FFFFFF"/>
              </a:solidFill>
              <a:latin typeface="Lato Black"/>
              <a:ea typeface="Lato Black"/>
              <a:cs typeface="Lato Black"/>
              <a:sym typeface="Lato Black"/>
            </a:endParaRPr>
          </a:p>
        </p:txBody>
      </p:sp>
      <p:sp>
        <p:nvSpPr>
          <p:cNvPr id="243" name="Google Shape;243;p45"/>
          <p:cNvSpPr txBox="1"/>
          <p:nvPr/>
        </p:nvSpPr>
        <p:spPr>
          <a:xfrm>
            <a:off x="939600" y="5096875"/>
            <a:ext cx="16408800" cy="3392700"/>
          </a:xfrm>
          <a:prstGeom prst="rect">
            <a:avLst/>
          </a:prstGeom>
          <a:noFill/>
          <a:ln>
            <a:noFill/>
          </a:ln>
          <a:effectLst>
            <a:outerShdw blurRad="114300" dist="114300" dir="21540000" algn="bl" rotWithShape="0">
              <a:srgbClr val="000000"/>
            </a:outerShdw>
          </a:effectLst>
        </p:spPr>
        <p:txBody>
          <a:bodyPr spcFirstLastPara="1" wrap="square" lIns="182850" tIns="182850" rIns="182850" bIns="182850" anchor="t" anchorCtr="0">
            <a:noAutofit/>
          </a:bodyPr>
          <a:lstStyle/>
          <a:p>
            <a:pPr marL="0" lvl="0" indent="0" algn="l" rtl="0">
              <a:spcBef>
                <a:spcPts val="0"/>
              </a:spcBef>
              <a:spcAft>
                <a:spcPts val="0"/>
              </a:spcAft>
              <a:buClr>
                <a:schemeClr val="dk1"/>
              </a:buClr>
              <a:buSzPts val="1100"/>
              <a:buFont typeface="Arial"/>
              <a:buNone/>
            </a:pPr>
            <a:r>
              <a:rPr lang="en-US" sz="9600">
                <a:solidFill>
                  <a:schemeClr val="lt1"/>
                </a:solidFill>
                <a:latin typeface="Open Sans ExtraBold"/>
                <a:ea typeface="Open Sans ExtraBold"/>
                <a:cs typeface="Open Sans ExtraBold"/>
                <a:sym typeface="Open Sans ExtraBold"/>
              </a:rPr>
              <a:t>Pola Pikir Bertumbuh </a:t>
            </a:r>
            <a:endParaRPr sz="9600">
              <a:solidFill>
                <a:schemeClr val="lt1"/>
              </a:solidFill>
              <a:latin typeface="Open Sans ExtraBold"/>
              <a:ea typeface="Open Sans ExtraBold"/>
              <a:cs typeface="Open Sans ExtraBold"/>
              <a:sym typeface="Open Sans ExtraBold"/>
            </a:endParaRPr>
          </a:p>
          <a:p>
            <a:pPr marL="0" lvl="0" indent="0" algn="l" rtl="0">
              <a:spcBef>
                <a:spcPts val="0"/>
              </a:spcBef>
              <a:spcAft>
                <a:spcPts val="0"/>
              </a:spcAft>
              <a:buClr>
                <a:schemeClr val="dk1"/>
              </a:buClr>
              <a:buSzPts val="1100"/>
              <a:buFont typeface="Arial"/>
              <a:buNone/>
            </a:pPr>
            <a:r>
              <a:rPr lang="en-US" sz="9600">
                <a:solidFill>
                  <a:schemeClr val="lt1"/>
                </a:solidFill>
                <a:latin typeface="Open Sans ExtraBold"/>
                <a:ea typeface="Open Sans ExtraBold"/>
                <a:cs typeface="Open Sans ExtraBold"/>
                <a:sym typeface="Open Sans ExtraBold"/>
              </a:rPr>
              <a:t>Topik 1</a:t>
            </a:r>
            <a:endParaRPr sz="9600">
              <a:solidFill>
                <a:schemeClr val="lt1"/>
              </a:solidFill>
              <a:latin typeface="Open Sans ExtraBold"/>
              <a:ea typeface="Open Sans ExtraBold"/>
              <a:cs typeface="Open Sans ExtraBold"/>
              <a:sym typeface="Open Sans ExtraBold"/>
            </a:endParaRPr>
          </a:p>
        </p:txBody>
      </p:sp>
      <p:pic>
        <p:nvPicPr>
          <p:cNvPr id="244" name="Google Shape;244;p45"/>
          <p:cNvPicPr preferRelativeResize="0"/>
          <p:nvPr/>
        </p:nvPicPr>
        <p:blipFill rotWithShape="1">
          <a:blip r:embed="rId5">
            <a:alphaModFix/>
          </a:blip>
          <a:srcRect/>
          <a:stretch/>
        </p:blipFill>
        <p:spPr>
          <a:xfrm>
            <a:off x="14801566" y="245678"/>
            <a:ext cx="1655537" cy="628725"/>
          </a:xfrm>
          <a:prstGeom prst="rect">
            <a:avLst/>
          </a:prstGeom>
          <a:noFill/>
          <a:ln>
            <a:noFill/>
          </a:ln>
        </p:spPr>
      </p:pic>
      <p:pic>
        <p:nvPicPr>
          <p:cNvPr id="245" name="Google Shape;245;p45"/>
          <p:cNvPicPr preferRelativeResize="0"/>
          <p:nvPr/>
        </p:nvPicPr>
        <p:blipFill rotWithShape="1">
          <a:blip r:embed="rId6">
            <a:alphaModFix/>
          </a:blip>
          <a:srcRect l="4970"/>
          <a:stretch/>
        </p:blipFill>
        <p:spPr>
          <a:xfrm>
            <a:off x="16304700" y="245669"/>
            <a:ext cx="1916625" cy="628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grpSp>
        <p:nvGrpSpPr>
          <p:cNvPr id="250" name="Google Shape;250;p46"/>
          <p:cNvGrpSpPr/>
          <p:nvPr/>
        </p:nvGrpSpPr>
        <p:grpSpPr>
          <a:xfrm>
            <a:off x="1359738" y="8048776"/>
            <a:ext cx="5746750" cy="784858"/>
            <a:chOff x="679869" y="4024388"/>
            <a:chExt cx="2873375" cy="392429"/>
          </a:xfrm>
        </p:grpSpPr>
        <p:pic>
          <p:nvPicPr>
            <p:cNvPr id="251" name="Google Shape;251;p46"/>
            <p:cNvPicPr preferRelativeResize="0"/>
            <p:nvPr/>
          </p:nvPicPr>
          <p:blipFill rotWithShape="1">
            <a:blip r:embed="rId3">
              <a:alphaModFix/>
            </a:blip>
            <a:srcRect/>
            <a:stretch/>
          </p:blipFill>
          <p:spPr>
            <a:xfrm>
              <a:off x="679869" y="4024388"/>
              <a:ext cx="2873082" cy="391795"/>
            </a:xfrm>
            <a:prstGeom prst="rect">
              <a:avLst/>
            </a:prstGeom>
            <a:noFill/>
            <a:ln>
              <a:noFill/>
            </a:ln>
          </p:spPr>
        </p:pic>
        <p:sp>
          <p:nvSpPr>
            <p:cNvPr id="252" name="Google Shape;252;p46"/>
            <p:cNvSpPr/>
            <p:nvPr/>
          </p:nvSpPr>
          <p:spPr>
            <a:xfrm>
              <a:off x="679869" y="4024388"/>
              <a:ext cx="2873375" cy="392429"/>
            </a:xfrm>
            <a:custGeom>
              <a:avLst/>
              <a:gdLst/>
              <a:ahLst/>
              <a:cxnLst/>
              <a:rect l="l" t="t" r="r" b="b"/>
              <a:pathLst>
                <a:path w="2873375" h="392429" extrusionOk="0">
                  <a:moveTo>
                    <a:pt x="0" y="195897"/>
                  </a:moveTo>
                  <a:lnTo>
                    <a:pt x="5174" y="150979"/>
                  </a:lnTo>
                  <a:lnTo>
                    <a:pt x="19913" y="109746"/>
                  </a:lnTo>
                  <a:lnTo>
                    <a:pt x="43041" y="73373"/>
                  </a:lnTo>
                  <a:lnTo>
                    <a:pt x="73381" y="43036"/>
                  </a:lnTo>
                  <a:lnTo>
                    <a:pt x="109756" y="19911"/>
                  </a:lnTo>
                  <a:lnTo>
                    <a:pt x="150991" y="5173"/>
                  </a:lnTo>
                  <a:lnTo>
                    <a:pt x="195910" y="0"/>
                  </a:lnTo>
                  <a:lnTo>
                    <a:pt x="2677248" y="0"/>
                  </a:lnTo>
                  <a:lnTo>
                    <a:pt x="2722166" y="5173"/>
                  </a:lnTo>
                  <a:lnTo>
                    <a:pt x="2763392" y="19911"/>
                  </a:lnTo>
                  <a:lnTo>
                    <a:pt x="2799753" y="43036"/>
                  </a:lnTo>
                  <a:lnTo>
                    <a:pt x="2830075" y="73373"/>
                  </a:lnTo>
                  <a:lnTo>
                    <a:pt x="2853186" y="109746"/>
                  </a:lnTo>
                  <a:lnTo>
                    <a:pt x="2867913" y="150979"/>
                  </a:lnTo>
                  <a:lnTo>
                    <a:pt x="2873082" y="195897"/>
                  </a:lnTo>
                  <a:lnTo>
                    <a:pt x="2867913" y="240815"/>
                  </a:lnTo>
                  <a:lnTo>
                    <a:pt x="2853186" y="282050"/>
                  </a:lnTo>
                  <a:lnTo>
                    <a:pt x="2830075" y="318426"/>
                  </a:lnTo>
                  <a:lnTo>
                    <a:pt x="2799753" y="348766"/>
                  </a:lnTo>
                  <a:lnTo>
                    <a:pt x="2763392" y="371893"/>
                  </a:lnTo>
                  <a:lnTo>
                    <a:pt x="2722166" y="386633"/>
                  </a:lnTo>
                  <a:lnTo>
                    <a:pt x="2677248" y="391807"/>
                  </a:lnTo>
                  <a:lnTo>
                    <a:pt x="195910" y="391795"/>
                  </a:lnTo>
                  <a:lnTo>
                    <a:pt x="150991" y="386621"/>
                  </a:lnTo>
                  <a:lnTo>
                    <a:pt x="109756" y="371883"/>
                  </a:lnTo>
                  <a:lnTo>
                    <a:pt x="73381" y="348758"/>
                  </a:lnTo>
                  <a:lnTo>
                    <a:pt x="43041" y="318421"/>
                  </a:lnTo>
                  <a:lnTo>
                    <a:pt x="19913" y="282048"/>
                  </a:lnTo>
                  <a:lnTo>
                    <a:pt x="5174" y="240815"/>
                  </a:lnTo>
                  <a:lnTo>
                    <a:pt x="0" y="195897"/>
                  </a:lnTo>
                  <a:close/>
                </a:path>
              </a:pathLst>
            </a:custGeom>
            <a:noFill/>
            <a:ln w="1905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p:txBody>
        </p:sp>
      </p:grpSp>
      <p:sp>
        <p:nvSpPr>
          <p:cNvPr id="253" name="Google Shape;253;p46"/>
          <p:cNvSpPr txBox="1"/>
          <p:nvPr/>
        </p:nvSpPr>
        <p:spPr>
          <a:xfrm>
            <a:off x="2603410" y="8151422"/>
            <a:ext cx="3523200" cy="579900"/>
          </a:xfrm>
          <a:prstGeom prst="rect">
            <a:avLst/>
          </a:prstGeom>
          <a:noFill/>
          <a:ln>
            <a:noFill/>
          </a:ln>
        </p:spPr>
        <p:txBody>
          <a:bodyPr spcFirstLastPara="1" wrap="square" lIns="0" tIns="25400" rIns="0" bIns="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a:solidFill>
                  <a:srgbClr val="FFFFFF"/>
                </a:solidFill>
              </a:rPr>
              <a:t>November </a:t>
            </a:r>
            <a:r>
              <a:rPr lang="en-US" sz="3600" b="1" i="0" u="none" strike="noStrike" cap="none">
                <a:solidFill>
                  <a:srgbClr val="FFFFFF"/>
                </a:solidFill>
                <a:latin typeface="Arial"/>
                <a:ea typeface="Arial"/>
                <a:cs typeface="Arial"/>
                <a:sym typeface="Arial"/>
              </a:rPr>
              <a:t> 2025</a:t>
            </a:r>
            <a:endParaRPr sz="3600" b="0" i="0" u="none" strike="noStrike" cap="none">
              <a:solidFill>
                <a:srgbClr val="000000"/>
              </a:solidFill>
              <a:latin typeface="Arial"/>
              <a:ea typeface="Arial"/>
              <a:cs typeface="Arial"/>
              <a:sym typeface="Arial"/>
            </a:endParaRPr>
          </a:p>
        </p:txBody>
      </p:sp>
      <p:sp>
        <p:nvSpPr>
          <p:cNvPr id="254" name="Google Shape;254;p46"/>
          <p:cNvSpPr txBox="1"/>
          <p:nvPr/>
        </p:nvSpPr>
        <p:spPr>
          <a:xfrm>
            <a:off x="846250" y="2847200"/>
            <a:ext cx="10732800" cy="3070800"/>
          </a:xfrm>
          <a:prstGeom prst="rect">
            <a:avLst/>
          </a:prstGeom>
          <a:noFill/>
          <a:ln>
            <a:noFill/>
          </a:ln>
        </p:spPr>
        <p:txBody>
          <a:bodyPr spcFirstLastPara="1" wrap="square" lIns="0" tIns="114300" rIns="0" bIns="0" anchor="t" anchorCtr="0">
            <a:spAutoFit/>
          </a:bodyPr>
          <a:lstStyle/>
          <a:p>
            <a:pPr marL="0" lvl="0" indent="0" algn="l" rtl="0">
              <a:spcBef>
                <a:spcPts val="0"/>
              </a:spcBef>
              <a:spcAft>
                <a:spcPts val="0"/>
              </a:spcAft>
              <a:buClr>
                <a:schemeClr val="dk1"/>
              </a:buClr>
              <a:buSzPts val="1100"/>
              <a:buFont typeface="Arial"/>
              <a:buNone/>
            </a:pPr>
            <a:r>
              <a:rPr lang="en-US" sz="4800">
                <a:solidFill>
                  <a:schemeClr val="lt1"/>
                </a:solidFill>
                <a:latin typeface="Open Sans ExtraBold"/>
                <a:ea typeface="Open Sans ExtraBold"/>
                <a:cs typeface="Open Sans ExtraBold"/>
                <a:sym typeface="Open Sans ExtraBold"/>
              </a:rPr>
              <a:t>Membentuk Cara Pandang Baru: Pentingnya Memahami Pola Pikir Bertumbuh dalam Dunia Pendidikan</a:t>
            </a:r>
            <a:endParaRPr sz="5800" b="1">
              <a:solidFill>
                <a:srgbClr val="FFFFFF"/>
              </a:solidFill>
            </a:endParaRPr>
          </a:p>
        </p:txBody>
      </p:sp>
      <p:pic>
        <p:nvPicPr>
          <p:cNvPr id="255" name="Google Shape;255;p46"/>
          <p:cNvPicPr preferRelativeResize="0"/>
          <p:nvPr/>
        </p:nvPicPr>
        <p:blipFill rotWithShape="1">
          <a:blip r:embed="rId4">
            <a:alphaModFix/>
          </a:blip>
          <a:srcRect/>
          <a:stretch/>
        </p:blipFill>
        <p:spPr>
          <a:xfrm>
            <a:off x="10120120" y="2198420"/>
            <a:ext cx="8167878" cy="8088578"/>
          </a:xfrm>
          <a:prstGeom prst="rect">
            <a:avLst/>
          </a:prstGeom>
          <a:noFill/>
          <a:ln>
            <a:noFill/>
          </a:ln>
        </p:spPr>
      </p:pic>
      <p:sp>
        <p:nvSpPr>
          <p:cNvPr id="256" name="Google Shape;256;p46"/>
          <p:cNvSpPr txBox="1"/>
          <p:nvPr/>
        </p:nvSpPr>
        <p:spPr>
          <a:xfrm>
            <a:off x="1624625" y="782450"/>
            <a:ext cx="5217000" cy="985200"/>
          </a:xfrm>
          <a:prstGeom prst="rect">
            <a:avLst/>
          </a:prstGeom>
          <a:noFill/>
          <a:ln>
            <a:noFill/>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FFFFFF"/>
                </a:solidFill>
                <a:latin typeface="Lato Black"/>
                <a:ea typeface="Lato Black"/>
                <a:cs typeface="Lato Black"/>
                <a:sym typeface="Lato Black"/>
              </a:rPr>
              <a:t>Kementerian Pendidikan </a:t>
            </a:r>
            <a:br>
              <a:rPr lang="en-US" sz="2000" b="0" i="0" u="none" strike="noStrike" cap="none">
                <a:solidFill>
                  <a:srgbClr val="FFFFFF"/>
                </a:solidFill>
                <a:latin typeface="Lato Black"/>
                <a:ea typeface="Lato Black"/>
                <a:cs typeface="Lato Black"/>
                <a:sym typeface="Lato Black"/>
              </a:rPr>
            </a:br>
            <a:r>
              <a:rPr lang="en-US" sz="2000" b="0" i="0" u="none" strike="noStrike" cap="none">
                <a:solidFill>
                  <a:srgbClr val="FFFFFF"/>
                </a:solidFill>
                <a:latin typeface="Lato Black"/>
                <a:ea typeface="Lato Black"/>
                <a:cs typeface="Lato Black"/>
                <a:sym typeface="Lato Black"/>
              </a:rPr>
              <a:t>Dasar dan Menengah</a:t>
            </a:r>
            <a:endParaRPr sz="2000" b="0" i="0" u="none" strike="noStrike" cap="none">
              <a:solidFill>
                <a:srgbClr val="FFFFFF"/>
              </a:solidFill>
              <a:latin typeface="Lato Black"/>
              <a:ea typeface="Lato Black"/>
              <a:cs typeface="Lato Black"/>
              <a:sym typeface="Lato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7"/>
          <p:cNvSpPr txBox="1">
            <a:spLocks noGrp="1"/>
          </p:cNvSpPr>
          <p:nvPr>
            <p:ph type="title" idx="4294967295"/>
          </p:nvPr>
        </p:nvSpPr>
        <p:spPr>
          <a:xfrm>
            <a:off x="1838025" y="372950"/>
            <a:ext cx="17041200" cy="1145400"/>
          </a:xfrm>
          <a:prstGeom prst="rect">
            <a:avLst/>
          </a:prstGeom>
          <a:noFill/>
          <a:ln>
            <a:noFill/>
          </a:ln>
        </p:spPr>
        <p:txBody>
          <a:bodyPr spcFirstLastPara="1" wrap="square" lIns="182850" tIns="182850" rIns="182850" bIns="182850" anchor="t" anchorCtr="0">
            <a:normAutofit fontScale="90000"/>
          </a:bodyPr>
          <a:lstStyle/>
          <a:p>
            <a:pPr marL="0" lvl="0" indent="0" algn="l" rtl="0">
              <a:lnSpc>
                <a:spcPct val="100000"/>
              </a:lnSpc>
              <a:spcBef>
                <a:spcPts val="0"/>
              </a:spcBef>
              <a:spcAft>
                <a:spcPts val="0"/>
              </a:spcAft>
              <a:buSzPct val="111111"/>
              <a:buNone/>
            </a:pPr>
            <a:r>
              <a:rPr lang="en-US" b="1">
                <a:latin typeface="Poppins"/>
                <a:ea typeface="Poppins"/>
                <a:cs typeface="Poppins"/>
                <a:sym typeface="Poppins"/>
              </a:rPr>
              <a:t>Daftar </a:t>
            </a:r>
            <a:r>
              <a:rPr lang="en-US" b="1">
                <a:solidFill>
                  <a:srgbClr val="0592D6"/>
                </a:solidFill>
                <a:latin typeface="Poppins"/>
                <a:ea typeface="Poppins"/>
                <a:cs typeface="Poppins"/>
                <a:sym typeface="Poppins"/>
              </a:rPr>
              <a:t>Isi</a:t>
            </a:r>
            <a:endParaRPr b="1">
              <a:solidFill>
                <a:srgbClr val="0592D6"/>
              </a:solidFill>
              <a:latin typeface="Poppins"/>
              <a:ea typeface="Poppins"/>
              <a:cs typeface="Poppins"/>
              <a:sym typeface="Poppins"/>
            </a:endParaRPr>
          </a:p>
        </p:txBody>
      </p:sp>
      <p:grpSp>
        <p:nvGrpSpPr>
          <p:cNvPr id="262" name="Google Shape;262;p47"/>
          <p:cNvGrpSpPr/>
          <p:nvPr/>
        </p:nvGrpSpPr>
        <p:grpSpPr>
          <a:xfrm>
            <a:off x="982350" y="3502243"/>
            <a:ext cx="16323300" cy="886732"/>
            <a:chOff x="916400" y="2931298"/>
            <a:chExt cx="16323300" cy="838200"/>
          </a:xfrm>
        </p:grpSpPr>
        <p:sp>
          <p:nvSpPr>
            <p:cNvPr id="263" name="Google Shape;263;p47"/>
            <p:cNvSpPr/>
            <p:nvPr/>
          </p:nvSpPr>
          <p:spPr>
            <a:xfrm>
              <a:off x="916400" y="2931298"/>
              <a:ext cx="16323300" cy="838200"/>
            </a:xfrm>
            <a:prstGeom prst="roundRect">
              <a:avLst>
                <a:gd name="adj" fmla="val 16667"/>
              </a:avLst>
            </a:prstGeom>
            <a:solidFill>
              <a:srgbClr val="EEFBFF"/>
            </a:solidFill>
            <a:ln>
              <a:noFill/>
            </a:ln>
          </p:spPr>
          <p:txBody>
            <a:bodyPr spcFirstLastPara="1" wrap="square" lIns="182850" tIns="91400" rIns="182850" bIns="91400" anchor="ctr" anchorCtr="0">
              <a:noAutofit/>
            </a:bodyPr>
            <a:lstStyle/>
            <a:p>
              <a:pPr marL="0" marR="0" lvl="0" indent="914400" algn="l" rtl="0">
                <a:lnSpc>
                  <a:spcPct val="100000"/>
                </a:lnSpc>
                <a:spcBef>
                  <a:spcPts val="0"/>
                </a:spcBef>
                <a:spcAft>
                  <a:spcPts val="0"/>
                </a:spcAft>
                <a:buClr>
                  <a:schemeClr val="dk1"/>
                </a:buClr>
                <a:buSzPts val="2200"/>
                <a:buFont typeface="Arial"/>
                <a:buNone/>
              </a:pPr>
              <a:r>
                <a:rPr lang="en-US" sz="2600" b="1">
                  <a:solidFill>
                    <a:srgbClr val="002060"/>
                  </a:solidFill>
                  <a:latin typeface="Plus Jakarta Sans"/>
                  <a:ea typeface="Plus Jakarta Sans"/>
                  <a:cs typeface="Plus Jakarta Sans"/>
                  <a:sym typeface="Plus Jakarta Sans"/>
                </a:rPr>
                <a:t>Perbedaan Pola Pikir Bertumbuh (Growth Mindset) dan Pola Pikir Tetap (Fixed Mindset)</a:t>
              </a:r>
              <a:endParaRPr sz="2600" b="1" i="0" u="none" strike="noStrike" cap="none">
                <a:solidFill>
                  <a:srgbClr val="002060"/>
                </a:solidFill>
                <a:latin typeface="Plus Jakarta Sans"/>
                <a:ea typeface="Plus Jakarta Sans"/>
                <a:cs typeface="Plus Jakarta Sans"/>
                <a:sym typeface="Plus Jakarta Sans"/>
              </a:endParaRPr>
            </a:p>
          </p:txBody>
        </p:sp>
        <p:sp>
          <p:nvSpPr>
            <p:cNvPr id="264" name="Google Shape;264;p47"/>
            <p:cNvSpPr/>
            <p:nvPr/>
          </p:nvSpPr>
          <p:spPr>
            <a:xfrm>
              <a:off x="1124966" y="3090774"/>
              <a:ext cx="525000" cy="516600"/>
            </a:xfrm>
            <a:prstGeom prst="ellipse">
              <a:avLst/>
            </a:prstGeom>
            <a:solidFill>
              <a:srgbClr val="002060"/>
            </a:solidFill>
            <a:ln w="19050" cap="flat" cmpd="sng">
              <a:solidFill>
                <a:srgbClr val="FFFFF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n-US" sz="2800" b="1" i="0" u="none" strike="noStrike" cap="none">
                  <a:solidFill>
                    <a:srgbClr val="FFFFFF"/>
                  </a:solidFill>
                  <a:latin typeface="Lato"/>
                  <a:ea typeface="Lato"/>
                  <a:cs typeface="Lato"/>
                  <a:sym typeface="Lato"/>
                </a:rPr>
                <a:t>2</a:t>
              </a:r>
              <a:endParaRPr sz="2800" b="1" i="0" u="none" strike="noStrike" cap="none">
                <a:solidFill>
                  <a:srgbClr val="FFFFFF"/>
                </a:solidFill>
                <a:latin typeface="Lato"/>
                <a:ea typeface="Lato"/>
                <a:cs typeface="Lato"/>
                <a:sym typeface="Lato"/>
              </a:endParaRPr>
            </a:p>
          </p:txBody>
        </p:sp>
      </p:grpSp>
      <p:grpSp>
        <p:nvGrpSpPr>
          <p:cNvPr id="265" name="Google Shape;265;p47"/>
          <p:cNvGrpSpPr/>
          <p:nvPr/>
        </p:nvGrpSpPr>
        <p:grpSpPr>
          <a:xfrm>
            <a:off x="982350" y="2577428"/>
            <a:ext cx="16323300" cy="806120"/>
            <a:chOff x="916400" y="2057100"/>
            <a:chExt cx="16323300" cy="762000"/>
          </a:xfrm>
        </p:grpSpPr>
        <p:sp>
          <p:nvSpPr>
            <p:cNvPr id="266" name="Google Shape;266;p47"/>
            <p:cNvSpPr/>
            <p:nvPr/>
          </p:nvSpPr>
          <p:spPr>
            <a:xfrm>
              <a:off x="916400" y="2057100"/>
              <a:ext cx="16323300" cy="762000"/>
            </a:xfrm>
            <a:prstGeom prst="roundRect">
              <a:avLst>
                <a:gd name="adj" fmla="val 16667"/>
              </a:avLst>
            </a:prstGeom>
            <a:solidFill>
              <a:srgbClr val="79CEFF"/>
            </a:solidFill>
            <a:ln>
              <a:noFill/>
            </a:ln>
          </p:spPr>
          <p:txBody>
            <a:bodyPr spcFirstLastPara="1" wrap="square" lIns="182850" tIns="91400" rIns="182850" bIns="91400" anchor="ctr" anchorCtr="0">
              <a:noAutofit/>
            </a:bodyPr>
            <a:lstStyle/>
            <a:p>
              <a:pPr marL="0" marR="0" lvl="0" indent="914400" algn="l" rtl="0">
                <a:lnSpc>
                  <a:spcPct val="100000"/>
                </a:lnSpc>
                <a:spcBef>
                  <a:spcPts val="0"/>
                </a:spcBef>
                <a:spcAft>
                  <a:spcPts val="0"/>
                </a:spcAft>
                <a:buClr>
                  <a:schemeClr val="dk1"/>
                </a:buClr>
                <a:buSzPts val="2200"/>
                <a:buFont typeface="Arial"/>
                <a:buNone/>
              </a:pPr>
              <a:r>
                <a:rPr lang="en-US" sz="2600" b="1">
                  <a:solidFill>
                    <a:srgbClr val="002060"/>
                  </a:solidFill>
                  <a:latin typeface="Plus Jakarta Sans"/>
                  <a:ea typeface="Plus Jakarta Sans"/>
                  <a:cs typeface="Plus Jakarta Sans"/>
                  <a:sym typeface="Plus Jakarta Sans"/>
                </a:rPr>
                <a:t>Definisi dan Prinsip Pola Pikir Bertumbuh</a:t>
              </a:r>
              <a:endParaRPr sz="2600" b="1" i="0" u="none" strike="noStrike" cap="none">
                <a:solidFill>
                  <a:srgbClr val="002060"/>
                </a:solidFill>
                <a:latin typeface="Plus Jakarta Sans"/>
                <a:ea typeface="Plus Jakarta Sans"/>
                <a:cs typeface="Plus Jakarta Sans"/>
                <a:sym typeface="Plus Jakarta Sans"/>
              </a:endParaRPr>
            </a:p>
          </p:txBody>
        </p:sp>
        <p:sp>
          <p:nvSpPr>
            <p:cNvPr id="267" name="Google Shape;267;p47"/>
            <p:cNvSpPr/>
            <p:nvPr/>
          </p:nvSpPr>
          <p:spPr>
            <a:xfrm>
              <a:off x="1124966" y="2207955"/>
              <a:ext cx="525000" cy="516600"/>
            </a:xfrm>
            <a:prstGeom prst="ellipse">
              <a:avLst/>
            </a:prstGeom>
            <a:solidFill>
              <a:srgbClr val="002060"/>
            </a:solidFill>
            <a:ln w="19050" cap="flat" cmpd="sng">
              <a:solidFill>
                <a:srgbClr val="FFFFF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n-US" sz="2800" b="1" i="0" u="none" strike="noStrike" cap="none">
                  <a:solidFill>
                    <a:srgbClr val="FFFFFF"/>
                  </a:solidFill>
                  <a:latin typeface="Lato"/>
                  <a:ea typeface="Lato"/>
                  <a:cs typeface="Lato"/>
                  <a:sym typeface="Lato"/>
                </a:rPr>
                <a:t>1</a:t>
              </a:r>
              <a:endParaRPr sz="2800" b="1" i="0" u="none" strike="noStrike" cap="none">
                <a:solidFill>
                  <a:srgbClr val="FFFFFF"/>
                </a:solidFill>
                <a:latin typeface="Lato"/>
                <a:ea typeface="Lato"/>
                <a:cs typeface="Lato"/>
                <a:sym typeface="Lato"/>
              </a:endParaRPr>
            </a:p>
          </p:txBody>
        </p:sp>
      </p:grpSp>
      <p:pic>
        <p:nvPicPr>
          <p:cNvPr id="268" name="Google Shape;268;p47"/>
          <p:cNvPicPr preferRelativeResize="0"/>
          <p:nvPr/>
        </p:nvPicPr>
        <p:blipFill rotWithShape="1">
          <a:blip r:embed="rId3">
            <a:alphaModFix/>
          </a:blip>
          <a:srcRect/>
          <a:stretch/>
        </p:blipFill>
        <p:spPr>
          <a:xfrm>
            <a:off x="14801566" y="245678"/>
            <a:ext cx="1655537" cy="628725"/>
          </a:xfrm>
          <a:prstGeom prst="rect">
            <a:avLst/>
          </a:prstGeom>
          <a:noFill/>
          <a:ln>
            <a:noFill/>
          </a:ln>
        </p:spPr>
      </p:pic>
      <p:pic>
        <p:nvPicPr>
          <p:cNvPr id="269" name="Google Shape;269;p47"/>
          <p:cNvPicPr preferRelativeResize="0"/>
          <p:nvPr/>
        </p:nvPicPr>
        <p:blipFill rotWithShape="1">
          <a:blip r:embed="rId4">
            <a:alphaModFix/>
          </a:blip>
          <a:srcRect l="4970"/>
          <a:stretch/>
        </p:blipFill>
        <p:spPr>
          <a:xfrm>
            <a:off x="16304700" y="245669"/>
            <a:ext cx="1916625" cy="628725"/>
          </a:xfrm>
          <a:prstGeom prst="rect">
            <a:avLst/>
          </a:prstGeom>
          <a:noFill/>
          <a:ln>
            <a:noFill/>
          </a:ln>
        </p:spPr>
      </p:pic>
      <p:grpSp>
        <p:nvGrpSpPr>
          <p:cNvPr id="270" name="Google Shape;270;p47"/>
          <p:cNvGrpSpPr/>
          <p:nvPr/>
        </p:nvGrpSpPr>
        <p:grpSpPr>
          <a:xfrm>
            <a:off x="0" y="198074"/>
            <a:ext cx="1923749" cy="1495147"/>
            <a:chOff x="-151896" y="-128007"/>
            <a:chExt cx="1282499" cy="996765"/>
          </a:xfrm>
        </p:grpSpPr>
        <p:sp>
          <p:nvSpPr>
            <p:cNvPr id="271" name="Google Shape;271;p47"/>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272" name="Google Shape;272;p47"/>
            <p:cNvGrpSpPr/>
            <p:nvPr/>
          </p:nvGrpSpPr>
          <p:grpSpPr>
            <a:xfrm>
              <a:off x="-151896" y="-128007"/>
              <a:ext cx="1282499" cy="996765"/>
              <a:chOff x="5908291" y="1447244"/>
              <a:chExt cx="4033016" cy="3338127"/>
            </a:xfrm>
          </p:grpSpPr>
          <p:pic>
            <p:nvPicPr>
              <p:cNvPr id="273" name="Google Shape;273;p47"/>
              <p:cNvPicPr preferRelativeResize="0"/>
              <p:nvPr/>
            </p:nvPicPr>
            <p:blipFill rotWithShape="1">
              <a:blip r:embed="rId5">
                <a:alphaModFix/>
              </a:blip>
              <a:srcRect/>
              <a:stretch/>
            </p:blipFill>
            <p:spPr>
              <a:xfrm>
                <a:off x="5908291" y="1447244"/>
                <a:ext cx="4033016" cy="3338127"/>
              </a:xfrm>
              <a:prstGeom prst="rect">
                <a:avLst/>
              </a:prstGeom>
              <a:noFill/>
              <a:ln>
                <a:noFill/>
              </a:ln>
            </p:spPr>
          </p:pic>
          <p:pic>
            <p:nvPicPr>
              <p:cNvPr id="274" name="Google Shape;274;p47"/>
              <p:cNvPicPr preferRelativeResize="0"/>
              <p:nvPr/>
            </p:nvPicPr>
            <p:blipFill rotWithShape="1">
              <a:blip r:embed="rId6">
                <a:alphaModFix/>
              </a:blip>
              <a:srcRect l="25903" t="42301" r="62505" b="55210"/>
              <a:stretch/>
            </p:blipFill>
            <p:spPr>
              <a:xfrm>
                <a:off x="6945284" y="2784764"/>
                <a:ext cx="486200" cy="120538"/>
              </a:xfrm>
              <a:prstGeom prst="rect">
                <a:avLst/>
              </a:prstGeom>
              <a:noFill/>
              <a:ln>
                <a:noFill/>
              </a:ln>
            </p:spPr>
          </p:pic>
        </p:grpSp>
        <p:pic>
          <p:nvPicPr>
            <p:cNvPr id="275" name="Google Shape;275;p47"/>
            <p:cNvPicPr preferRelativeResize="0"/>
            <p:nvPr/>
          </p:nvPicPr>
          <p:blipFill rotWithShape="1">
            <a:blip r:embed="rId7">
              <a:alphaModFix/>
            </a:blip>
            <a:srcRect/>
            <a:stretch/>
          </p:blipFill>
          <p:spPr>
            <a:xfrm>
              <a:off x="350001" y="64715"/>
              <a:ext cx="620819" cy="263808"/>
            </a:xfrm>
            <a:prstGeom prst="rect">
              <a:avLst/>
            </a:prstGeom>
            <a:noFill/>
            <a:ln>
              <a:noFill/>
            </a:ln>
          </p:spPr>
        </p:pic>
      </p:grpSp>
      <p:grpSp>
        <p:nvGrpSpPr>
          <p:cNvPr id="276" name="Google Shape;276;p47"/>
          <p:cNvGrpSpPr/>
          <p:nvPr/>
        </p:nvGrpSpPr>
        <p:grpSpPr>
          <a:xfrm>
            <a:off x="982350" y="4524185"/>
            <a:ext cx="16323300" cy="806120"/>
            <a:chOff x="916400" y="2057100"/>
            <a:chExt cx="16323300" cy="762000"/>
          </a:xfrm>
        </p:grpSpPr>
        <p:sp>
          <p:nvSpPr>
            <p:cNvPr id="277" name="Google Shape;277;p47"/>
            <p:cNvSpPr/>
            <p:nvPr/>
          </p:nvSpPr>
          <p:spPr>
            <a:xfrm>
              <a:off x="916400" y="2057100"/>
              <a:ext cx="16323300" cy="762000"/>
            </a:xfrm>
            <a:prstGeom prst="roundRect">
              <a:avLst>
                <a:gd name="adj" fmla="val 16667"/>
              </a:avLst>
            </a:prstGeom>
            <a:solidFill>
              <a:srgbClr val="79CEFF"/>
            </a:solidFill>
            <a:ln>
              <a:noFill/>
            </a:ln>
          </p:spPr>
          <p:txBody>
            <a:bodyPr spcFirstLastPara="1" wrap="square" lIns="182850" tIns="91400" rIns="182850" bIns="91400" anchor="ctr" anchorCtr="0">
              <a:noAutofit/>
            </a:bodyPr>
            <a:lstStyle/>
            <a:p>
              <a:pPr marL="914400" lvl="0" indent="0" algn="l" rtl="0">
                <a:spcBef>
                  <a:spcPts val="0"/>
                </a:spcBef>
                <a:spcAft>
                  <a:spcPts val="0"/>
                </a:spcAft>
                <a:buClr>
                  <a:schemeClr val="dk1"/>
                </a:buClr>
                <a:buSzPts val="2200"/>
                <a:buFont typeface="Arial"/>
                <a:buNone/>
              </a:pPr>
              <a:r>
                <a:rPr lang="en-US" sz="2600" b="1">
                  <a:solidFill>
                    <a:srgbClr val="002060"/>
                  </a:solidFill>
                  <a:latin typeface="Plus Jakarta Sans"/>
                  <a:ea typeface="Plus Jakarta Sans"/>
                  <a:cs typeface="Plus Jakarta Sans"/>
                  <a:sym typeface="Plus Jakarta Sans"/>
                </a:rPr>
                <a:t>Lima Area Kunci Pola Pikir Bertumbuh</a:t>
              </a:r>
              <a:endParaRPr sz="2600" b="1">
                <a:solidFill>
                  <a:srgbClr val="002060"/>
                </a:solidFill>
                <a:latin typeface="Plus Jakarta Sans"/>
                <a:ea typeface="Plus Jakarta Sans"/>
                <a:cs typeface="Plus Jakarta Sans"/>
                <a:sym typeface="Plus Jakarta Sans"/>
              </a:endParaRPr>
            </a:p>
          </p:txBody>
        </p:sp>
        <p:sp>
          <p:nvSpPr>
            <p:cNvPr id="278" name="Google Shape;278;p47"/>
            <p:cNvSpPr/>
            <p:nvPr/>
          </p:nvSpPr>
          <p:spPr>
            <a:xfrm>
              <a:off x="1124966" y="2207955"/>
              <a:ext cx="525000" cy="516600"/>
            </a:xfrm>
            <a:prstGeom prst="ellipse">
              <a:avLst/>
            </a:prstGeom>
            <a:solidFill>
              <a:srgbClr val="002060"/>
            </a:solidFill>
            <a:ln w="19050" cap="flat" cmpd="sng">
              <a:solidFill>
                <a:srgbClr val="FFFFF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n-US" sz="2800" b="1">
                  <a:solidFill>
                    <a:srgbClr val="FFFFFF"/>
                  </a:solidFill>
                  <a:latin typeface="Lato"/>
                  <a:ea typeface="Lato"/>
                  <a:cs typeface="Lato"/>
                  <a:sym typeface="Lato"/>
                </a:rPr>
                <a:t>3</a:t>
              </a:r>
              <a:endParaRPr sz="2800" b="1" i="0" u="none" strike="noStrike" cap="none">
                <a:solidFill>
                  <a:srgbClr val="FFFFFF"/>
                </a:solidFill>
                <a:latin typeface="Lato"/>
                <a:ea typeface="Lato"/>
                <a:cs typeface="Lato"/>
                <a:sym typeface="Lato"/>
              </a:endParaRPr>
            </a:p>
          </p:txBody>
        </p:sp>
      </p:grpSp>
      <p:grpSp>
        <p:nvGrpSpPr>
          <p:cNvPr id="279" name="Google Shape;279;p47"/>
          <p:cNvGrpSpPr/>
          <p:nvPr/>
        </p:nvGrpSpPr>
        <p:grpSpPr>
          <a:xfrm>
            <a:off x="982350" y="5465551"/>
            <a:ext cx="16323300" cy="886732"/>
            <a:chOff x="916400" y="2931298"/>
            <a:chExt cx="16323300" cy="838200"/>
          </a:xfrm>
        </p:grpSpPr>
        <p:sp>
          <p:nvSpPr>
            <p:cNvPr id="280" name="Google Shape;280;p47"/>
            <p:cNvSpPr/>
            <p:nvPr/>
          </p:nvSpPr>
          <p:spPr>
            <a:xfrm>
              <a:off x="916400" y="2931298"/>
              <a:ext cx="16323300" cy="838200"/>
            </a:xfrm>
            <a:prstGeom prst="roundRect">
              <a:avLst>
                <a:gd name="adj" fmla="val 16667"/>
              </a:avLst>
            </a:prstGeom>
            <a:solidFill>
              <a:srgbClr val="EEFBFF"/>
            </a:solidFill>
            <a:ln>
              <a:noFill/>
            </a:ln>
          </p:spPr>
          <p:txBody>
            <a:bodyPr spcFirstLastPara="1" wrap="square" lIns="182850" tIns="91400" rIns="182850" bIns="91400" anchor="ctr" anchorCtr="0">
              <a:noAutofit/>
            </a:bodyPr>
            <a:lstStyle/>
            <a:p>
              <a:pPr marL="914400" lvl="0" indent="0" algn="l" rtl="0">
                <a:spcBef>
                  <a:spcPts val="0"/>
                </a:spcBef>
                <a:spcAft>
                  <a:spcPts val="0"/>
                </a:spcAft>
                <a:buClr>
                  <a:schemeClr val="dk1"/>
                </a:buClr>
                <a:buSzPts val="2200"/>
                <a:buFont typeface="Arial"/>
                <a:buNone/>
              </a:pPr>
              <a:r>
                <a:rPr lang="en-US" sz="2600" b="1">
                  <a:solidFill>
                    <a:srgbClr val="002060"/>
                  </a:solidFill>
                  <a:latin typeface="Plus Jakarta Sans"/>
                  <a:ea typeface="Plus Jakarta Sans"/>
                  <a:cs typeface="Plus Jakarta Sans"/>
                  <a:sym typeface="Plus Jakarta Sans"/>
                </a:rPr>
                <a:t>Kerangka Mindset, Skillset, Toolset dan Mindset, Action, Result (MAR)</a:t>
              </a:r>
              <a:endParaRPr sz="2600" b="1">
                <a:solidFill>
                  <a:srgbClr val="002060"/>
                </a:solidFill>
                <a:latin typeface="Plus Jakarta Sans"/>
                <a:ea typeface="Plus Jakarta Sans"/>
                <a:cs typeface="Plus Jakarta Sans"/>
                <a:sym typeface="Plus Jakarta Sans"/>
              </a:endParaRPr>
            </a:p>
          </p:txBody>
        </p:sp>
        <p:sp>
          <p:nvSpPr>
            <p:cNvPr id="281" name="Google Shape;281;p47"/>
            <p:cNvSpPr/>
            <p:nvPr/>
          </p:nvSpPr>
          <p:spPr>
            <a:xfrm>
              <a:off x="1124966" y="3090774"/>
              <a:ext cx="525000" cy="516600"/>
            </a:xfrm>
            <a:prstGeom prst="ellipse">
              <a:avLst/>
            </a:prstGeom>
            <a:solidFill>
              <a:srgbClr val="002060"/>
            </a:solidFill>
            <a:ln w="19050" cap="flat" cmpd="sng">
              <a:solidFill>
                <a:srgbClr val="FFFFF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n-US" sz="2800" b="1">
                  <a:solidFill>
                    <a:srgbClr val="FFFFFF"/>
                  </a:solidFill>
                  <a:latin typeface="Lato"/>
                  <a:ea typeface="Lato"/>
                  <a:cs typeface="Lato"/>
                  <a:sym typeface="Lato"/>
                </a:rPr>
                <a:t>4</a:t>
              </a:r>
              <a:endParaRPr sz="2800" b="1" i="0" u="none" strike="noStrike" cap="none">
                <a:solidFill>
                  <a:srgbClr val="FFFFFF"/>
                </a:solidFill>
                <a:latin typeface="Lato"/>
                <a:ea typeface="Lato"/>
                <a:cs typeface="Lato"/>
                <a:sym typeface="Lato"/>
              </a:endParaRPr>
            </a:p>
          </p:txBody>
        </p:sp>
      </p:grpSp>
      <p:grpSp>
        <p:nvGrpSpPr>
          <p:cNvPr id="282" name="Google Shape;282;p47"/>
          <p:cNvGrpSpPr/>
          <p:nvPr/>
        </p:nvGrpSpPr>
        <p:grpSpPr>
          <a:xfrm>
            <a:off x="982350" y="6352244"/>
            <a:ext cx="16323300" cy="806120"/>
            <a:chOff x="916400" y="2057100"/>
            <a:chExt cx="16323300" cy="762000"/>
          </a:xfrm>
        </p:grpSpPr>
        <p:sp>
          <p:nvSpPr>
            <p:cNvPr id="283" name="Google Shape;283;p47"/>
            <p:cNvSpPr/>
            <p:nvPr/>
          </p:nvSpPr>
          <p:spPr>
            <a:xfrm>
              <a:off x="916400" y="2057100"/>
              <a:ext cx="16323300" cy="762000"/>
            </a:xfrm>
            <a:prstGeom prst="roundRect">
              <a:avLst>
                <a:gd name="adj" fmla="val 16667"/>
              </a:avLst>
            </a:prstGeom>
            <a:solidFill>
              <a:srgbClr val="79CEFF"/>
            </a:solidFill>
            <a:ln>
              <a:noFill/>
            </a:ln>
          </p:spPr>
          <p:txBody>
            <a:bodyPr spcFirstLastPara="1" wrap="square" lIns="182850" tIns="91400" rIns="182850" bIns="91400" anchor="ctr" anchorCtr="0">
              <a:noAutofit/>
            </a:bodyPr>
            <a:lstStyle/>
            <a:p>
              <a:pPr marL="0" marR="0" lvl="0" indent="914400" algn="l" rtl="0">
                <a:lnSpc>
                  <a:spcPct val="100000"/>
                </a:lnSpc>
                <a:spcBef>
                  <a:spcPts val="0"/>
                </a:spcBef>
                <a:spcAft>
                  <a:spcPts val="0"/>
                </a:spcAft>
                <a:buClr>
                  <a:schemeClr val="dk1"/>
                </a:buClr>
                <a:buSzPts val="2200"/>
                <a:buFont typeface="Arial"/>
                <a:buNone/>
              </a:pPr>
              <a:r>
                <a:rPr lang="en-US" sz="2600" b="1">
                  <a:solidFill>
                    <a:srgbClr val="002060"/>
                  </a:solidFill>
                  <a:latin typeface="Plus Jakarta Sans"/>
                  <a:ea typeface="Plus Jakarta Sans"/>
                  <a:cs typeface="Plus Jakarta Sans"/>
                  <a:sym typeface="Plus Jakarta Sans"/>
                </a:rPr>
                <a:t>Pentingnya Growth Mindset bagi Guru</a:t>
              </a:r>
              <a:endParaRPr sz="2600" b="1" i="0" u="none" strike="noStrike" cap="none">
                <a:solidFill>
                  <a:srgbClr val="002060"/>
                </a:solidFill>
                <a:latin typeface="Plus Jakarta Sans"/>
                <a:ea typeface="Plus Jakarta Sans"/>
                <a:cs typeface="Plus Jakarta Sans"/>
                <a:sym typeface="Plus Jakarta Sans"/>
              </a:endParaRPr>
            </a:p>
          </p:txBody>
        </p:sp>
        <p:sp>
          <p:nvSpPr>
            <p:cNvPr id="284" name="Google Shape;284;p47"/>
            <p:cNvSpPr/>
            <p:nvPr/>
          </p:nvSpPr>
          <p:spPr>
            <a:xfrm>
              <a:off x="1124966" y="2207955"/>
              <a:ext cx="525000" cy="516600"/>
            </a:xfrm>
            <a:prstGeom prst="ellipse">
              <a:avLst/>
            </a:prstGeom>
            <a:solidFill>
              <a:srgbClr val="002060"/>
            </a:solidFill>
            <a:ln w="19050" cap="flat" cmpd="sng">
              <a:solidFill>
                <a:srgbClr val="FFFFF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n-US" sz="2800" b="1">
                  <a:solidFill>
                    <a:srgbClr val="FFFFFF"/>
                  </a:solidFill>
                  <a:latin typeface="Lato"/>
                  <a:ea typeface="Lato"/>
                  <a:cs typeface="Lato"/>
                  <a:sym typeface="Lato"/>
                </a:rPr>
                <a:t>5</a:t>
              </a:r>
              <a:endParaRPr sz="2800" b="1" i="0" u="none" strike="noStrike" cap="none">
                <a:solidFill>
                  <a:srgbClr val="FFFFFF"/>
                </a:solidFill>
                <a:latin typeface="Lato"/>
                <a:ea typeface="Lato"/>
                <a:cs typeface="Lato"/>
                <a:sym typeface="Lato"/>
              </a:endParaRPr>
            </a:p>
          </p:txBody>
        </p:sp>
      </p:grpSp>
      <p:grpSp>
        <p:nvGrpSpPr>
          <p:cNvPr id="285" name="Google Shape;285;p47"/>
          <p:cNvGrpSpPr/>
          <p:nvPr/>
        </p:nvGrpSpPr>
        <p:grpSpPr>
          <a:xfrm>
            <a:off x="982350" y="7279277"/>
            <a:ext cx="16323300" cy="886732"/>
            <a:chOff x="916400" y="2931298"/>
            <a:chExt cx="16323300" cy="838200"/>
          </a:xfrm>
        </p:grpSpPr>
        <p:sp>
          <p:nvSpPr>
            <p:cNvPr id="286" name="Google Shape;286;p47"/>
            <p:cNvSpPr/>
            <p:nvPr/>
          </p:nvSpPr>
          <p:spPr>
            <a:xfrm>
              <a:off x="916400" y="2931298"/>
              <a:ext cx="16323300" cy="838200"/>
            </a:xfrm>
            <a:prstGeom prst="roundRect">
              <a:avLst>
                <a:gd name="adj" fmla="val 16667"/>
              </a:avLst>
            </a:prstGeom>
            <a:solidFill>
              <a:srgbClr val="EEFBFF"/>
            </a:solidFill>
            <a:ln>
              <a:noFill/>
            </a:ln>
          </p:spPr>
          <p:txBody>
            <a:bodyPr spcFirstLastPara="1" wrap="square" lIns="182850" tIns="91400" rIns="182850" bIns="91400" anchor="ctr" anchorCtr="0">
              <a:noAutofit/>
            </a:bodyPr>
            <a:lstStyle/>
            <a:p>
              <a:pPr marL="0" lvl="0" indent="914400" algn="l" rtl="0">
                <a:spcBef>
                  <a:spcPts val="0"/>
                </a:spcBef>
                <a:spcAft>
                  <a:spcPts val="0"/>
                </a:spcAft>
                <a:buClr>
                  <a:schemeClr val="dk1"/>
                </a:buClr>
                <a:buSzPts val="2200"/>
                <a:buFont typeface="Arial"/>
                <a:buNone/>
              </a:pPr>
              <a:r>
                <a:rPr lang="en-US" sz="2600" b="1">
                  <a:solidFill>
                    <a:srgbClr val="002060"/>
                  </a:solidFill>
                  <a:latin typeface="Plus Jakarta Sans"/>
                  <a:ea typeface="Plus Jakarta Sans"/>
                  <a:cs typeface="Plus Jakarta Sans"/>
                  <a:sym typeface="Plus Jakarta Sans"/>
                </a:rPr>
                <a:t>Tantangan dalam Menerapkan Growth Mindset</a:t>
              </a:r>
              <a:endParaRPr sz="2600" b="1" i="0" u="none" strike="noStrike" cap="none">
                <a:solidFill>
                  <a:srgbClr val="002060"/>
                </a:solidFill>
                <a:latin typeface="Plus Jakarta Sans"/>
                <a:ea typeface="Plus Jakarta Sans"/>
                <a:cs typeface="Plus Jakarta Sans"/>
                <a:sym typeface="Plus Jakarta Sans"/>
              </a:endParaRPr>
            </a:p>
          </p:txBody>
        </p:sp>
        <p:sp>
          <p:nvSpPr>
            <p:cNvPr id="287" name="Google Shape;287;p47"/>
            <p:cNvSpPr/>
            <p:nvPr/>
          </p:nvSpPr>
          <p:spPr>
            <a:xfrm>
              <a:off x="1124966" y="3090774"/>
              <a:ext cx="525000" cy="516600"/>
            </a:xfrm>
            <a:prstGeom prst="ellipse">
              <a:avLst/>
            </a:prstGeom>
            <a:solidFill>
              <a:srgbClr val="002060"/>
            </a:solidFill>
            <a:ln w="19050" cap="flat" cmpd="sng">
              <a:solidFill>
                <a:srgbClr val="FFFFF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n-US" sz="2800" b="1">
                  <a:solidFill>
                    <a:srgbClr val="FFFFFF"/>
                  </a:solidFill>
                  <a:latin typeface="Lato"/>
                  <a:ea typeface="Lato"/>
                  <a:cs typeface="Lato"/>
                  <a:sym typeface="Lato"/>
                </a:rPr>
                <a:t>6</a:t>
              </a:r>
              <a:endParaRPr sz="2800" b="1" i="0" u="none" strike="noStrike" cap="none">
                <a:solidFill>
                  <a:srgbClr val="FFFFFF"/>
                </a:solidFill>
                <a:latin typeface="Lato"/>
                <a:ea typeface="Lato"/>
                <a:cs typeface="Lato"/>
                <a:sym typeface="Lato"/>
              </a:endParaRPr>
            </a:p>
          </p:txBody>
        </p:sp>
      </p:grpSp>
      <p:grpSp>
        <p:nvGrpSpPr>
          <p:cNvPr id="288" name="Google Shape;288;p47"/>
          <p:cNvGrpSpPr/>
          <p:nvPr/>
        </p:nvGrpSpPr>
        <p:grpSpPr>
          <a:xfrm>
            <a:off x="982350" y="8180303"/>
            <a:ext cx="16323300" cy="806120"/>
            <a:chOff x="916400" y="2057100"/>
            <a:chExt cx="16323300" cy="762000"/>
          </a:xfrm>
        </p:grpSpPr>
        <p:sp>
          <p:nvSpPr>
            <p:cNvPr id="289" name="Google Shape;289;p47"/>
            <p:cNvSpPr/>
            <p:nvPr/>
          </p:nvSpPr>
          <p:spPr>
            <a:xfrm>
              <a:off x="916400" y="2057100"/>
              <a:ext cx="16323300" cy="762000"/>
            </a:xfrm>
            <a:prstGeom prst="roundRect">
              <a:avLst>
                <a:gd name="adj" fmla="val 16667"/>
              </a:avLst>
            </a:prstGeom>
            <a:solidFill>
              <a:srgbClr val="79CEFF"/>
            </a:solidFill>
            <a:ln>
              <a:noFill/>
            </a:ln>
          </p:spPr>
          <p:txBody>
            <a:bodyPr spcFirstLastPara="1" wrap="square" lIns="182850" tIns="91400" rIns="182850" bIns="91400" anchor="ctr" anchorCtr="0">
              <a:noAutofit/>
            </a:bodyPr>
            <a:lstStyle/>
            <a:p>
              <a:pPr marL="0" marR="0" lvl="0" indent="914400" algn="l" rtl="0">
                <a:lnSpc>
                  <a:spcPct val="100000"/>
                </a:lnSpc>
                <a:spcBef>
                  <a:spcPts val="0"/>
                </a:spcBef>
                <a:spcAft>
                  <a:spcPts val="0"/>
                </a:spcAft>
                <a:buClr>
                  <a:schemeClr val="dk1"/>
                </a:buClr>
                <a:buSzPts val="2200"/>
                <a:buFont typeface="Arial"/>
                <a:buNone/>
              </a:pPr>
              <a:r>
                <a:rPr lang="en-US" sz="2600" b="1">
                  <a:solidFill>
                    <a:srgbClr val="002060"/>
                  </a:solidFill>
                  <a:latin typeface="Plus Jakarta Sans"/>
                  <a:ea typeface="Plus Jakarta Sans"/>
                  <a:cs typeface="Plus Jakarta Sans"/>
                  <a:sym typeface="Plus Jakarta Sans"/>
                </a:rPr>
                <a:t>Refleksi dan Menajamkan Pola Pikir Bertumbuh Guru</a:t>
              </a:r>
              <a:endParaRPr sz="2600" b="1" i="0" u="none" strike="noStrike" cap="none">
                <a:solidFill>
                  <a:srgbClr val="002060"/>
                </a:solidFill>
                <a:latin typeface="Plus Jakarta Sans"/>
                <a:ea typeface="Plus Jakarta Sans"/>
                <a:cs typeface="Plus Jakarta Sans"/>
                <a:sym typeface="Plus Jakarta Sans"/>
              </a:endParaRPr>
            </a:p>
          </p:txBody>
        </p:sp>
        <p:sp>
          <p:nvSpPr>
            <p:cNvPr id="290" name="Google Shape;290;p47"/>
            <p:cNvSpPr/>
            <p:nvPr/>
          </p:nvSpPr>
          <p:spPr>
            <a:xfrm>
              <a:off x="1124966" y="2207955"/>
              <a:ext cx="525000" cy="516600"/>
            </a:xfrm>
            <a:prstGeom prst="ellipse">
              <a:avLst/>
            </a:prstGeom>
            <a:solidFill>
              <a:srgbClr val="002060"/>
            </a:solidFill>
            <a:ln w="19050" cap="flat" cmpd="sng">
              <a:solidFill>
                <a:srgbClr val="FFFFF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n-US" sz="2800" b="1">
                  <a:solidFill>
                    <a:srgbClr val="FFFFFF"/>
                  </a:solidFill>
                  <a:latin typeface="Lato"/>
                  <a:ea typeface="Lato"/>
                  <a:cs typeface="Lato"/>
                  <a:sym typeface="Lato"/>
                </a:rPr>
                <a:t>7</a:t>
              </a:r>
              <a:endParaRPr sz="2800" b="1" i="0" u="none" strike="noStrike" cap="none">
                <a:solidFill>
                  <a:srgbClr val="FFFFFF"/>
                </a:solidFill>
                <a:latin typeface="Lato"/>
                <a:ea typeface="Lato"/>
                <a:cs typeface="Lato"/>
                <a:sym typeface="La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8"/>
          <p:cNvSpPr txBox="1"/>
          <p:nvPr/>
        </p:nvSpPr>
        <p:spPr>
          <a:xfrm>
            <a:off x="1803000" y="218350"/>
            <a:ext cx="13095300" cy="11532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2060"/>
              </a:buClr>
              <a:buSzPts val="5400"/>
              <a:buFont typeface="Open Sans ExtraBold"/>
              <a:buNone/>
            </a:pPr>
            <a:r>
              <a:rPr lang="en-US" sz="3300">
                <a:solidFill>
                  <a:srgbClr val="002060"/>
                </a:solidFill>
                <a:latin typeface="Open Sans ExtraBold"/>
                <a:ea typeface="Open Sans ExtraBold"/>
                <a:cs typeface="Open Sans ExtraBold"/>
                <a:sym typeface="Open Sans ExtraBold"/>
              </a:rPr>
              <a:t>Definisi dan Prinsip Pola Pikir Bertumbuh</a:t>
            </a:r>
            <a:endParaRPr sz="3300" b="0" i="0" u="none" strike="noStrike" cap="none">
              <a:solidFill>
                <a:srgbClr val="000000"/>
              </a:solidFill>
              <a:latin typeface="Open Sans"/>
              <a:ea typeface="Open Sans"/>
              <a:cs typeface="Open Sans"/>
              <a:sym typeface="Open Sans"/>
            </a:endParaRPr>
          </a:p>
        </p:txBody>
      </p:sp>
      <p:grpSp>
        <p:nvGrpSpPr>
          <p:cNvPr id="296" name="Google Shape;296;p48"/>
          <p:cNvGrpSpPr/>
          <p:nvPr/>
        </p:nvGrpSpPr>
        <p:grpSpPr>
          <a:xfrm>
            <a:off x="0" y="45674"/>
            <a:ext cx="1923749" cy="1495147"/>
            <a:chOff x="-151896" y="-128007"/>
            <a:chExt cx="1282499" cy="996765"/>
          </a:xfrm>
        </p:grpSpPr>
        <p:sp>
          <p:nvSpPr>
            <p:cNvPr id="297" name="Google Shape;297;p48"/>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298" name="Google Shape;298;p48"/>
            <p:cNvGrpSpPr/>
            <p:nvPr/>
          </p:nvGrpSpPr>
          <p:grpSpPr>
            <a:xfrm>
              <a:off x="-151896" y="-128007"/>
              <a:ext cx="1282499" cy="996765"/>
              <a:chOff x="5908291" y="1447244"/>
              <a:chExt cx="4033016" cy="3338127"/>
            </a:xfrm>
          </p:grpSpPr>
          <p:pic>
            <p:nvPicPr>
              <p:cNvPr id="299" name="Google Shape;299;p48"/>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300" name="Google Shape;300;p48"/>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301" name="Google Shape;301;p48"/>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302" name="Google Shape;302;p48"/>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303" name="Google Shape;303;p48"/>
          <p:cNvPicPr preferRelativeResize="0"/>
          <p:nvPr/>
        </p:nvPicPr>
        <p:blipFill rotWithShape="1">
          <a:blip r:embed="rId7">
            <a:alphaModFix/>
          </a:blip>
          <a:srcRect l="4970"/>
          <a:stretch/>
        </p:blipFill>
        <p:spPr>
          <a:xfrm>
            <a:off x="16304700" y="245669"/>
            <a:ext cx="1916625" cy="628725"/>
          </a:xfrm>
          <a:prstGeom prst="rect">
            <a:avLst/>
          </a:prstGeom>
          <a:noFill/>
          <a:ln>
            <a:noFill/>
          </a:ln>
        </p:spPr>
      </p:pic>
      <p:sp>
        <p:nvSpPr>
          <p:cNvPr id="304" name="Google Shape;304;p48"/>
          <p:cNvSpPr/>
          <p:nvPr/>
        </p:nvSpPr>
        <p:spPr>
          <a:xfrm>
            <a:off x="378375" y="1895550"/>
            <a:ext cx="11540400" cy="8131200"/>
          </a:xfrm>
          <a:prstGeom prst="roundRect">
            <a:avLst>
              <a:gd name="adj" fmla="val 16667"/>
            </a:avLst>
          </a:prstGeom>
          <a:solidFill>
            <a:srgbClr val="EEFBF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latin typeface="Proxima Nova"/>
                <a:ea typeface="Proxima Nova"/>
                <a:cs typeface="Proxima Nova"/>
                <a:sym typeface="Proxima Nova"/>
              </a:rPr>
              <a:t>Perubahan Pendidikan Dimulai dari Perubahan Pola Pikir</a:t>
            </a:r>
            <a:endParaRPr sz="3000" b="1">
              <a:latin typeface="Proxima Nova"/>
              <a:ea typeface="Proxima Nova"/>
              <a:cs typeface="Proxima Nova"/>
              <a:sym typeface="Proxima Nova"/>
            </a:endParaRPr>
          </a:p>
          <a:p>
            <a:pPr marL="0" lvl="0" indent="0" algn="l" rtl="0">
              <a:spcBef>
                <a:spcPts val="0"/>
              </a:spcBef>
              <a:spcAft>
                <a:spcPts val="0"/>
              </a:spcAft>
              <a:buNone/>
            </a:pPr>
            <a:endParaRPr sz="2400">
              <a:latin typeface="Proxima Nova"/>
              <a:ea typeface="Proxima Nova"/>
              <a:cs typeface="Proxima Nova"/>
              <a:sym typeface="Proxima Nova"/>
            </a:endParaRPr>
          </a:p>
          <a:p>
            <a:pPr marL="0" lvl="0" indent="0" algn="l" rtl="0">
              <a:spcBef>
                <a:spcPts val="0"/>
              </a:spcBef>
              <a:spcAft>
                <a:spcPts val="0"/>
              </a:spcAft>
              <a:buNone/>
            </a:pPr>
            <a:r>
              <a:rPr lang="en-US" sz="2500">
                <a:latin typeface="Proxima Nova"/>
                <a:ea typeface="Proxima Nova"/>
                <a:cs typeface="Proxima Nova"/>
                <a:sym typeface="Proxima Nova"/>
              </a:rPr>
              <a:t>Pola Pikir/Mindset adalah cara seseorang meyakini kemampuan dirinya.</a:t>
            </a:r>
            <a:endParaRPr sz="2500">
              <a:latin typeface="Proxima Nova"/>
              <a:ea typeface="Proxima Nova"/>
              <a:cs typeface="Proxima Nova"/>
              <a:sym typeface="Proxima Nova"/>
            </a:endParaRPr>
          </a:p>
          <a:p>
            <a:pPr marL="0" lvl="0" indent="0" algn="l" rtl="0">
              <a:spcBef>
                <a:spcPts val="0"/>
              </a:spcBef>
              <a:spcAft>
                <a:spcPts val="0"/>
              </a:spcAft>
              <a:buNone/>
            </a:pPr>
            <a:endParaRPr sz="2500">
              <a:latin typeface="Proxima Nova"/>
              <a:ea typeface="Proxima Nova"/>
              <a:cs typeface="Proxima Nova"/>
              <a:sym typeface="Proxima Nova"/>
            </a:endParaRPr>
          </a:p>
          <a:p>
            <a:pPr marL="0" lvl="0" indent="0" algn="l" rtl="0">
              <a:spcBef>
                <a:spcPts val="0"/>
              </a:spcBef>
              <a:spcAft>
                <a:spcPts val="0"/>
              </a:spcAft>
              <a:buClr>
                <a:schemeClr val="dk1"/>
              </a:buClr>
              <a:buSzPts val="1100"/>
              <a:buFont typeface="Arial"/>
              <a:buNone/>
            </a:pPr>
            <a:r>
              <a:rPr lang="en-US" sz="2500">
                <a:latin typeface="Proxima Nova"/>
                <a:ea typeface="Proxima Nova"/>
                <a:cs typeface="Proxima Nova"/>
                <a:sym typeface="Proxima Nova"/>
              </a:rPr>
              <a:t>Ada dua tipe Pola Pikir:</a:t>
            </a:r>
            <a:endParaRPr sz="2500">
              <a:latin typeface="Proxima Nova"/>
              <a:ea typeface="Proxima Nova"/>
              <a:cs typeface="Proxima Nova"/>
              <a:sym typeface="Proxima Nova"/>
            </a:endParaRPr>
          </a:p>
          <a:p>
            <a:pPr marL="457200" lvl="0" indent="-387350" algn="l" rtl="0">
              <a:spcBef>
                <a:spcPts val="0"/>
              </a:spcBef>
              <a:spcAft>
                <a:spcPts val="0"/>
              </a:spcAft>
              <a:buSzPts val="2500"/>
              <a:buFont typeface="Proxima Nova"/>
              <a:buChar char="●"/>
            </a:pPr>
            <a:r>
              <a:rPr lang="en-US" sz="2500">
                <a:latin typeface="Proxima Nova"/>
                <a:ea typeface="Proxima Nova"/>
                <a:cs typeface="Proxima Nova"/>
                <a:sym typeface="Proxima Nova"/>
              </a:rPr>
              <a:t>Fixed Mindset: percaya kemampuan itu bawaan.</a:t>
            </a:r>
            <a:endParaRPr sz="2500">
              <a:latin typeface="Proxima Nova"/>
              <a:ea typeface="Proxima Nova"/>
              <a:cs typeface="Proxima Nova"/>
              <a:sym typeface="Proxima Nova"/>
            </a:endParaRPr>
          </a:p>
          <a:p>
            <a:pPr marL="457200" lvl="0" indent="-387350" algn="l" rtl="0">
              <a:spcBef>
                <a:spcPts val="0"/>
              </a:spcBef>
              <a:spcAft>
                <a:spcPts val="0"/>
              </a:spcAft>
              <a:buSzPts val="2500"/>
              <a:buFont typeface="Proxima Nova"/>
              <a:buChar char="●"/>
            </a:pPr>
            <a:r>
              <a:rPr lang="en-US" sz="2500">
                <a:latin typeface="Proxima Nova"/>
                <a:ea typeface="Proxima Nova"/>
                <a:cs typeface="Proxima Nova"/>
                <a:sym typeface="Proxima Nova"/>
              </a:rPr>
              <a:t>Growth Mindset: percaya kemampuan dapat berkembang.</a:t>
            </a:r>
            <a:endParaRPr sz="2500">
              <a:latin typeface="Proxima Nova"/>
              <a:ea typeface="Proxima Nova"/>
              <a:cs typeface="Proxima Nova"/>
              <a:sym typeface="Proxima Nova"/>
            </a:endParaRPr>
          </a:p>
          <a:p>
            <a:pPr marL="0" lvl="0" indent="0" algn="l" rtl="0">
              <a:spcBef>
                <a:spcPts val="0"/>
              </a:spcBef>
              <a:spcAft>
                <a:spcPts val="0"/>
              </a:spcAft>
              <a:buNone/>
            </a:pPr>
            <a:endParaRPr sz="2500">
              <a:latin typeface="Proxima Nova"/>
              <a:ea typeface="Proxima Nova"/>
              <a:cs typeface="Proxima Nova"/>
              <a:sym typeface="Proxima Nova"/>
            </a:endParaRPr>
          </a:p>
          <a:p>
            <a:pPr marL="0" lvl="0" indent="0" algn="l" rtl="0">
              <a:spcBef>
                <a:spcPts val="0"/>
              </a:spcBef>
              <a:spcAft>
                <a:spcPts val="0"/>
              </a:spcAft>
              <a:buClr>
                <a:schemeClr val="dk1"/>
              </a:buClr>
              <a:buSzPts val="1100"/>
              <a:buFont typeface="Arial"/>
              <a:buNone/>
            </a:pPr>
            <a:r>
              <a:rPr lang="en-US" sz="2500" b="1">
                <a:solidFill>
                  <a:schemeClr val="dk1"/>
                </a:solidFill>
                <a:latin typeface="Proxima Nova"/>
                <a:ea typeface="Proxima Nova"/>
                <a:cs typeface="Proxima Nova"/>
                <a:sym typeface="Proxima Nova"/>
              </a:rPr>
              <a:t>Growth Mindset atau Pola Pikir Bertumbuh </a:t>
            </a:r>
            <a:r>
              <a:rPr lang="en-US" sz="2500">
                <a:solidFill>
                  <a:schemeClr val="dk1"/>
                </a:solidFill>
                <a:latin typeface="Proxima Nova"/>
                <a:ea typeface="Proxima Nova"/>
                <a:cs typeface="Proxima Nova"/>
                <a:sym typeface="Proxima Nova"/>
              </a:rPr>
              <a:t>adalah keyakinan bahwa kemampuan dan kecerdasan seseorang dapat dikembangkan melalui latihan yang konsisten, ketekunan untuk terus mencoba, serta keberanian untuk menghadapi dan belajar dari kegagalan. </a:t>
            </a:r>
            <a:endParaRPr sz="2500">
              <a:solidFill>
                <a:schemeClr val="dk1"/>
              </a:solidFill>
              <a:latin typeface="Proxima Nova"/>
              <a:ea typeface="Proxima Nova"/>
              <a:cs typeface="Proxima Nova"/>
              <a:sym typeface="Proxima Nova"/>
            </a:endParaRPr>
          </a:p>
          <a:p>
            <a:pPr marL="0" lvl="0" indent="0" algn="l" rtl="0">
              <a:spcBef>
                <a:spcPts val="0"/>
              </a:spcBef>
              <a:spcAft>
                <a:spcPts val="0"/>
              </a:spcAft>
              <a:buClr>
                <a:schemeClr val="dk1"/>
              </a:buClr>
              <a:buSzPts val="1100"/>
              <a:buFont typeface="Arial"/>
              <a:buNone/>
            </a:pPr>
            <a:endParaRPr sz="2500">
              <a:solidFill>
                <a:schemeClr val="dk1"/>
              </a:solidFill>
              <a:latin typeface="Proxima Nova"/>
              <a:ea typeface="Proxima Nova"/>
              <a:cs typeface="Proxima Nova"/>
              <a:sym typeface="Proxima Nova"/>
            </a:endParaRPr>
          </a:p>
          <a:p>
            <a:pPr marL="0" lvl="0" indent="0" algn="l" rtl="0">
              <a:spcBef>
                <a:spcPts val="0"/>
              </a:spcBef>
              <a:spcAft>
                <a:spcPts val="0"/>
              </a:spcAft>
              <a:buClr>
                <a:schemeClr val="dk1"/>
              </a:buClr>
              <a:buSzPts val="1100"/>
              <a:buFont typeface="Arial"/>
              <a:buNone/>
            </a:pPr>
            <a:r>
              <a:rPr lang="en-US" sz="2500" b="1">
                <a:solidFill>
                  <a:schemeClr val="dk1"/>
                </a:solidFill>
                <a:latin typeface="Proxima Nova"/>
                <a:ea typeface="Proxima Nova"/>
                <a:cs typeface="Proxima Nova"/>
                <a:sym typeface="Proxima Nova"/>
              </a:rPr>
              <a:t>Orang dengan Pola Pikir Bertumbuh:</a:t>
            </a:r>
            <a:endParaRPr sz="2500" b="1">
              <a:solidFill>
                <a:schemeClr val="dk1"/>
              </a:solidFill>
              <a:latin typeface="Proxima Nova"/>
              <a:ea typeface="Proxima Nova"/>
              <a:cs typeface="Proxima Nova"/>
              <a:sym typeface="Proxima Nova"/>
            </a:endParaRPr>
          </a:p>
          <a:p>
            <a:pPr marL="0" lvl="0" indent="0" algn="l" rtl="0">
              <a:spcBef>
                <a:spcPts val="0"/>
              </a:spcBef>
              <a:spcAft>
                <a:spcPts val="0"/>
              </a:spcAft>
              <a:buClr>
                <a:schemeClr val="dk1"/>
              </a:buClr>
              <a:buSzPts val="1100"/>
              <a:buFont typeface="Arial"/>
              <a:buNone/>
            </a:pPr>
            <a:r>
              <a:rPr lang="en-US" sz="2500">
                <a:solidFill>
                  <a:schemeClr val="dk1"/>
                </a:solidFill>
                <a:latin typeface="Proxima Nova"/>
                <a:ea typeface="Proxima Nova"/>
                <a:cs typeface="Proxima Nova"/>
                <a:sym typeface="Proxima Nova"/>
              </a:rPr>
              <a:t>	•	melihat tantangan sebagai peluang belajar,</a:t>
            </a:r>
            <a:endParaRPr sz="2500">
              <a:solidFill>
                <a:schemeClr val="dk1"/>
              </a:solidFill>
              <a:latin typeface="Proxima Nova"/>
              <a:ea typeface="Proxima Nova"/>
              <a:cs typeface="Proxima Nova"/>
              <a:sym typeface="Proxima Nova"/>
            </a:endParaRPr>
          </a:p>
          <a:p>
            <a:pPr marL="0" lvl="0" indent="0" algn="l" rtl="0">
              <a:spcBef>
                <a:spcPts val="0"/>
              </a:spcBef>
              <a:spcAft>
                <a:spcPts val="0"/>
              </a:spcAft>
              <a:buClr>
                <a:schemeClr val="dk1"/>
              </a:buClr>
              <a:buSzPts val="1100"/>
              <a:buFont typeface="Arial"/>
              <a:buNone/>
            </a:pPr>
            <a:r>
              <a:rPr lang="en-US" sz="2500">
                <a:solidFill>
                  <a:schemeClr val="dk1"/>
                </a:solidFill>
                <a:latin typeface="Proxima Nova"/>
                <a:ea typeface="Proxima Nova"/>
                <a:cs typeface="Proxima Nova"/>
                <a:sym typeface="Proxima Nova"/>
              </a:rPr>
              <a:t>	•	tidak takut salah karena kesalahan dianggap bagian dari proses,</a:t>
            </a:r>
            <a:endParaRPr sz="2500">
              <a:solidFill>
                <a:schemeClr val="dk1"/>
              </a:solidFill>
              <a:latin typeface="Proxima Nova"/>
              <a:ea typeface="Proxima Nova"/>
              <a:cs typeface="Proxima Nova"/>
              <a:sym typeface="Proxima Nova"/>
            </a:endParaRPr>
          </a:p>
          <a:p>
            <a:pPr marL="0" lvl="0" indent="0" algn="l" rtl="0">
              <a:spcBef>
                <a:spcPts val="0"/>
              </a:spcBef>
              <a:spcAft>
                <a:spcPts val="0"/>
              </a:spcAft>
              <a:buClr>
                <a:schemeClr val="dk1"/>
              </a:buClr>
              <a:buSzPts val="1100"/>
              <a:buFont typeface="Arial"/>
              <a:buNone/>
            </a:pPr>
            <a:r>
              <a:rPr lang="en-US" sz="2500">
                <a:solidFill>
                  <a:schemeClr val="dk1"/>
                </a:solidFill>
                <a:latin typeface="Proxima Nova"/>
                <a:ea typeface="Proxima Nova"/>
                <a:cs typeface="Proxima Nova"/>
                <a:sym typeface="Proxima Nova"/>
              </a:rPr>
              <a:t>	•	fokus pada usaha, strategi, dan progres, bukan hanya hasil akhir,</a:t>
            </a:r>
            <a:endParaRPr sz="2500">
              <a:solidFill>
                <a:schemeClr val="dk1"/>
              </a:solidFill>
              <a:latin typeface="Proxima Nova"/>
              <a:ea typeface="Proxima Nova"/>
              <a:cs typeface="Proxima Nova"/>
              <a:sym typeface="Proxima Nova"/>
            </a:endParaRPr>
          </a:p>
          <a:p>
            <a:pPr marL="0" lvl="0" indent="0" algn="l" rtl="0">
              <a:spcBef>
                <a:spcPts val="0"/>
              </a:spcBef>
              <a:spcAft>
                <a:spcPts val="0"/>
              </a:spcAft>
              <a:buNone/>
            </a:pPr>
            <a:r>
              <a:rPr lang="en-US" sz="2500">
                <a:solidFill>
                  <a:schemeClr val="dk1"/>
                </a:solidFill>
                <a:latin typeface="Proxima Nova"/>
                <a:ea typeface="Proxima Nova"/>
                <a:cs typeface="Proxima Nova"/>
                <a:sym typeface="Proxima Nova"/>
              </a:rPr>
              <a:t>	•	percaya bahwa dirinya bisa berkembang dari waktu ke waktu.</a:t>
            </a:r>
            <a:endParaRPr sz="2500">
              <a:latin typeface="Proxima Nova"/>
              <a:ea typeface="Proxima Nova"/>
              <a:cs typeface="Proxima Nova"/>
              <a:sym typeface="Proxima Nova"/>
            </a:endParaRPr>
          </a:p>
        </p:txBody>
      </p:sp>
      <p:pic>
        <p:nvPicPr>
          <p:cNvPr id="305" name="Google Shape;305;p48" descr="Gambar 1. Lima Kunci Mengembangkan Pola Pikir"/>
          <p:cNvPicPr preferRelativeResize="0"/>
          <p:nvPr/>
        </p:nvPicPr>
        <p:blipFill>
          <a:blip r:embed="rId8">
            <a:alphaModFix/>
          </a:blip>
          <a:stretch>
            <a:fillRect/>
          </a:stretch>
        </p:blipFill>
        <p:spPr>
          <a:xfrm>
            <a:off x="12602275" y="2108325"/>
            <a:ext cx="5685725" cy="7705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9"/>
          <p:cNvSpPr txBox="1"/>
          <p:nvPr/>
        </p:nvSpPr>
        <p:spPr>
          <a:xfrm>
            <a:off x="1803000" y="218350"/>
            <a:ext cx="11968800" cy="974400"/>
          </a:xfrm>
          <a:prstGeom prst="rect">
            <a:avLst/>
          </a:prstGeom>
          <a:noFill/>
          <a:ln>
            <a:noFill/>
          </a:ln>
        </p:spPr>
        <p:txBody>
          <a:bodyPr spcFirstLastPara="1" wrap="square" lIns="182850" tIns="182850" rIns="182850" bIns="182850" anchor="ctr" anchorCtr="0">
            <a:normAutofit/>
          </a:bodyPr>
          <a:lstStyle/>
          <a:p>
            <a:pPr marL="0" marR="0" lvl="0" indent="0" algn="l" rtl="0">
              <a:lnSpc>
                <a:spcPct val="100000"/>
              </a:lnSpc>
              <a:spcBef>
                <a:spcPts val="0"/>
              </a:spcBef>
              <a:spcAft>
                <a:spcPts val="0"/>
              </a:spcAft>
              <a:buClr>
                <a:srgbClr val="002060"/>
              </a:buClr>
              <a:buSzPts val="5400"/>
              <a:buFont typeface="Open Sans ExtraBold"/>
              <a:buNone/>
            </a:pPr>
            <a:r>
              <a:rPr lang="en-US" sz="3800">
                <a:solidFill>
                  <a:srgbClr val="002060"/>
                </a:solidFill>
                <a:latin typeface="Open Sans ExtraBold"/>
                <a:ea typeface="Open Sans ExtraBold"/>
                <a:cs typeface="Open Sans ExtraBold"/>
                <a:sym typeface="Open Sans ExtraBold"/>
              </a:rPr>
              <a:t>Pola Pikir Bertumbuh dan Pola Pikir Tetap</a:t>
            </a:r>
            <a:endParaRPr sz="3800" b="0" i="0" u="none" strike="noStrike" cap="none">
              <a:solidFill>
                <a:srgbClr val="000000"/>
              </a:solidFill>
              <a:latin typeface="Open Sans"/>
              <a:ea typeface="Open Sans"/>
              <a:cs typeface="Open Sans"/>
              <a:sym typeface="Open Sans"/>
            </a:endParaRPr>
          </a:p>
        </p:txBody>
      </p:sp>
      <p:grpSp>
        <p:nvGrpSpPr>
          <p:cNvPr id="311" name="Google Shape;311;p49"/>
          <p:cNvGrpSpPr/>
          <p:nvPr/>
        </p:nvGrpSpPr>
        <p:grpSpPr>
          <a:xfrm>
            <a:off x="0" y="45674"/>
            <a:ext cx="1923749" cy="1495147"/>
            <a:chOff x="-151896" y="-128007"/>
            <a:chExt cx="1282499" cy="996765"/>
          </a:xfrm>
        </p:grpSpPr>
        <p:sp>
          <p:nvSpPr>
            <p:cNvPr id="312" name="Google Shape;312;p49"/>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313" name="Google Shape;313;p49"/>
            <p:cNvGrpSpPr/>
            <p:nvPr/>
          </p:nvGrpSpPr>
          <p:grpSpPr>
            <a:xfrm>
              <a:off x="-151896" y="-128007"/>
              <a:ext cx="1282499" cy="996765"/>
              <a:chOff x="5908291" y="1447244"/>
              <a:chExt cx="4033016" cy="3338127"/>
            </a:xfrm>
          </p:grpSpPr>
          <p:pic>
            <p:nvPicPr>
              <p:cNvPr id="314" name="Google Shape;314;p49"/>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315" name="Google Shape;315;p49"/>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316" name="Google Shape;316;p49"/>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317" name="Google Shape;317;p49"/>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318" name="Google Shape;318;p49"/>
          <p:cNvPicPr preferRelativeResize="0"/>
          <p:nvPr/>
        </p:nvPicPr>
        <p:blipFill rotWithShape="1">
          <a:blip r:embed="rId7">
            <a:alphaModFix/>
          </a:blip>
          <a:srcRect l="4970"/>
          <a:stretch/>
        </p:blipFill>
        <p:spPr>
          <a:xfrm>
            <a:off x="16304700" y="245669"/>
            <a:ext cx="1916625" cy="628725"/>
          </a:xfrm>
          <a:prstGeom prst="rect">
            <a:avLst/>
          </a:prstGeom>
          <a:noFill/>
          <a:ln>
            <a:noFill/>
          </a:ln>
        </p:spPr>
      </p:pic>
      <p:graphicFrame>
        <p:nvGraphicFramePr>
          <p:cNvPr id="319" name="Google Shape;319;p49"/>
          <p:cNvGraphicFramePr/>
          <p:nvPr/>
        </p:nvGraphicFramePr>
        <p:xfrm>
          <a:off x="952500" y="1874779"/>
          <a:ext cx="3000000" cy="3000000"/>
        </p:xfrm>
        <a:graphic>
          <a:graphicData uri="http://schemas.openxmlformats.org/drawingml/2006/table">
            <a:tbl>
              <a:tblPr>
                <a:noFill/>
                <a:tableStyleId>{9284F663-C67B-4D1F-B204-C43DBE9D3000}</a:tableStyleId>
              </a:tblPr>
              <a:tblGrid>
                <a:gridCol w="8191500">
                  <a:extLst>
                    <a:ext uri="{9D8B030D-6E8A-4147-A177-3AD203B41FA5}">
                      <a16:colId xmlns:a16="http://schemas.microsoft.com/office/drawing/2014/main" val="20000"/>
                    </a:ext>
                  </a:extLst>
                </a:gridCol>
                <a:gridCol w="8191500">
                  <a:extLst>
                    <a:ext uri="{9D8B030D-6E8A-4147-A177-3AD203B41FA5}">
                      <a16:colId xmlns:a16="http://schemas.microsoft.com/office/drawing/2014/main" val="20001"/>
                    </a:ext>
                  </a:extLst>
                </a:gridCol>
              </a:tblGrid>
              <a:tr h="691175">
                <a:tc>
                  <a:txBody>
                    <a:bodyPr/>
                    <a:lstStyle/>
                    <a:p>
                      <a:pPr marL="0" lvl="0" indent="0" algn="ctr" rtl="0">
                        <a:spcBef>
                          <a:spcPts val="0"/>
                        </a:spcBef>
                        <a:spcAft>
                          <a:spcPts val="0"/>
                        </a:spcAft>
                        <a:buNone/>
                      </a:pPr>
                      <a:r>
                        <a:rPr lang="en-US" sz="2400" b="1"/>
                        <a:t>Pola Pikir Bertumbuh</a:t>
                      </a:r>
                      <a:endParaRPr sz="2400" b="1"/>
                    </a:p>
                  </a:txBody>
                  <a:tcPr marL="91425" marR="91425" marT="91425" marB="91425">
                    <a:solidFill>
                      <a:srgbClr val="D4E5F5"/>
                    </a:solidFill>
                  </a:tcPr>
                </a:tc>
                <a:tc>
                  <a:txBody>
                    <a:bodyPr/>
                    <a:lstStyle/>
                    <a:p>
                      <a:pPr marL="0" lvl="0" indent="0" algn="ctr" rtl="0">
                        <a:spcBef>
                          <a:spcPts val="0"/>
                        </a:spcBef>
                        <a:spcAft>
                          <a:spcPts val="0"/>
                        </a:spcAft>
                        <a:buNone/>
                      </a:pPr>
                      <a:r>
                        <a:rPr lang="en-US" sz="2400" b="1"/>
                        <a:t>Pola Pikir Tetap</a:t>
                      </a:r>
                      <a:endParaRPr sz="2400" b="1"/>
                    </a:p>
                  </a:txBody>
                  <a:tcPr marL="91425" marR="91425" marT="91425" marB="91425">
                    <a:solidFill>
                      <a:srgbClr val="D4E5F5"/>
                    </a:solidFill>
                  </a:tcPr>
                </a:tc>
                <a:extLst>
                  <a:ext uri="{0D108BD9-81ED-4DB2-BD59-A6C34878D82A}">
                    <a16:rowId xmlns:a16="http://schemas.microsoft.com/office/drawing/2014/main" val="10000"/>
                  </a:ext>
                </a:extLst>
              </a:tr>
              <a:tr h="3138575">
                <a:tc>
                  <a:txBody>
                    <a:bodyPr/>
                    <a:lstStyle/>
                    <a:p>
                      <a:pPr marL="457200" lvl="0" indent="-381000" algn="l" rtl="0">
                        <a:spcBef>
                          <a:spcPts val="0"/>
                        </a:spcBef>
                        <a:spcAft>
                          <a:spcPts val="0"/>
                        </a:spcAft>
                        <a:buSzPts val="2400"/>
                        <a:buChar char="●"/>
                      </a:pPr>
                      <a:r>
                        <a:rPr lang="en-US" sz="2400"/>
                        <a:t>Keyakinan bahwa kemampuan dapat </a:t>
                      </a:r>
                      <a:r>
                        <a:rPr lang="en-US" sz="2400" b="1"/>
                        <a:t>berkembang </a:t>
                      </a:r>
                      <a:r>
                        <a:rPr lang="en-US" sz="2400"/>
                        <a:t>melalui usaha, strategi, dan bimbingan</a:t>
                      </a:r>
                      <a:endParaRPr sz="2400"/>
                    </a:p>
                    <a:p>
                      <a:pPr marL="457200" lvl="0" indent="-381000" algn="l" rtl="0">
                        <a:spcBef>
                          <a:spcPts val="0"/>
                        </a:spcBef>
                        <a:spcAft>
                          <a:spcPts val="0"/>
                        </a:spcAft>
                        <a:buSzPts val="2400"/>
                        <a:buChar char="●"/>
                      </a:pPr>
                      <a:r>
                        <a:rPr lang="en-US" sz="2400"/>
                        <a:t>Fokus pada </a:t>
                      </a:r>
                      <a:r>
                        <a:rPr lang="en-US" sz="2400" b="1"/>
                        <a:t>proses</a:t>
                      </a:r>
                      <a:r>
                        <a:rPr lang="en-US" sz="2400"/>
                        <a:t>, bukan hasil</a:t>
                      </a:r>
                      <a:endParaRPr sz="2400"/>
                    </a:p>
                    <a:p>
                      <a:pPr marL="457200" lvl="0" indent="-381000" algn="l" rtl="0">
                        <a:spcBef>
                          <a:spcPts val="0"/>
                        </a:spcBef>
                        <a:spcAft>
                          <a:spcPts val="0"/>
                        </a:spcAft>
                        <a:buSzPts val="2400"/>
                        <a:buChar char="●"/>
                      </a:pPr>
                      <a:r>
                        <a:rPr lang="en-US" sz="2400"/>
                        <a:t>Melihat </a:t>
                      </a:r>
                      <a:r>
                        <a:rPr lang="en-US" sz="2400" b="1"/>
                        <a:t>kesalahan </a:t>
                      </a:r>
                      <a:r>
                        <a:rPr lang="en-US" sz="2400"/>
                        <a:t>sebagai bagian dari belajar</a:t>
                      </a:r>
                      <a:endParaRPr sz="2400"/>
                    </a:p>
                    <a:p>
                      <a:pPr marL="457200" lvl="0" indent="-381000" algn="l" rtl="0">
                        <a:spcBef>
                          <a:spcPts val="0"/>
                        </a:spcBef>
                        <a:spcAft>
                          <a:spcPts val="0"/>
                        </a:spcAft>
                        <a:buSzPts val="2400"/>
                        <a:buChar char="●"/>
                      </a:pPr>
                      <a:r>
                        <a:rPr lang="en-US" sz="2400"/>
                        <a:t>Kesalahan = untuk diperbaiki</a:t>
                      </a:r>
                      <a:endParaRPr sz="2400"/>
                    </a:p>
                    <a:p>
                      <a:pPr marL="457200" lvl="0" indent="-381000" algn="l" rtl="0">
                        <a:spcBef>
                          <a:spcPts val="0"/>
                        </a:spcBef>
                        <a:spcAft>
                          <a:spcPts val="0"/>
                        </a:spcAft>
                        <a:buSzPts val="2400"/>
                        <a:buChar char="●"/>
                      </a:pPr>
                      <a:r>
                        <a:rPr lang="en-US" sz="2400"/>
                        <a:t>Tantangan itu menarik</a:t>
                      </a:r>
                      <a:endParaRPr sz="2400"/>
                    </a:p>
                    <a:p>
                      <a:pPr marL="457200" lvl="0" indent="-381000" algn="l" rtl="0">
                        <a:spcBef>
                          <a:spcPts val="0"/>
                        </a:spcBef>
                        <a:spcAft>
                          <a:spcPts val="0"/>
                        </a:spcAft>
                        <a:buSzPts val="2400"/>
                        <a:buChar char="●"/>
                      </a:pPr>
                      <a:r>
                        <a:rPr lang="en-US" sz="2400"/>
                        <a:t>Meminta umpan balik untuk memperbaiki</a:t>
                      </a:r>
                      <a:endParaRPr sz="2400"/>
                    </a:p>
                  </a:txBody>
                  <a:tcPr marL="91425" marR="91425" marT="91425" marB="91425">
                    <a:noFill/>
                  </a:tcPr>
                </a:tc>
                <a:tc>
                  <a:txBody>
                    <a:bodyPr/>
                    <a:lstStyle/>
                    <a:p>
                      <a:pPr marL="457200" lvl="0" indent="-381000" algn="l" rtl="0">
                        <a:spcBef>
                          <a:spcPts val="0"/>
                        </a:spcBef>
                        <a:spcAft>
                          <a:spcPts val="0"/>
                        </a:spcAft>
                        <a:buSzPts val="2400"/>
                        <a:buChar char="●"/>
                      </a:pPr>
                      <a:r>
                        <a:rPr lang="en-US" sz="2400"/>
                        <a:t>Keyakinan bahwa kemampuan bersifat </a:t>
                      </a:r>
                      <a:r>
                        <a:rPr lang="en-US" sz="2400" b="1"/>
                        <a:t>tetap</a:t>
                      </a:r>
                      <a:r>
                        <a:rPr lang="en-US" sz="2400"/>
                        <a:t> dan sulit berubah</a:t>
                      </a:r>
                      <a:endParaRPr sz="2400"/>
                    </a:p>
                    <a:p>
                      <a:pPr marL="457200" lvl="0" indent="-381000" algn="l" rtl="0">
                        <a:spcBef>
                          <a:spcPts val="0"/>
                        </a:spcBef>
                        <a:spcAft>
                          <a:spcPts val="0"/>
                        </a:spcAft>
                        <a:buSzPts val="2400"/>
                        <a:buChar char="●"/>
                      </a:pPr>
                      <a:r>
                        <a:rPr lang="en-US" sz="2400"/>
                        <a:t>Cenderung </a:t>
                      </a:r>
                      <a:r>
                        <a:rPr lang="en-US" sz="2400" b="1"/>
                        <a:t>menghindari tantangan</a:t>
                      </a:r>
                      <a:endParaRPr sz="2400" b="1"/>
                    </a:p>
                    <a:p>
                      <a:pPr marL="457200" lvl="0" indent="-381000" algn="l" rtl="0">
                        <a:spcBef>
                          <a:spcPts val="0"/>
                        </a:spcBef>
                        <a:spcAft>
                          <a:spcPts val="0"/>
                        </a:spcAft>
                        <a:buSzPts val="2400"/>
                        <a:buChar char="●"/>
                      </a:pPr>
                      <a:r>
                        <a:rPr lang="en-US" sz="2400" b="1"/>
                        <a:t>Takut salah </a:t>
                      </a:r>
                      <a:r>
                        <a:rPr lang="en-US" sz="2400"/>
                        <a:t>karena takut dinilai salah</a:t>
                      </a:r>
                      <a:endParaRPr sz="2400"/>
                    </a:p>
                    <a:p>
                      <a:pPr marL="457200" lvl="0" indent="-381000" algn="l" rtl="0">
                        <a:spcBef>
                          <a:spcPts val="0"/>
                        </a:spcBef>
                        <a:spcAft>
                          <a:spcPts val="0"/>
                        </a:spcAft>
                        <a:buSzPts val="2400"/>
                        <a:buChar char="●"/>
                      </a:pPr>
                      <a:r>
                        <a:rPr lang="en-US" sz="2400"/>
                        <a:t>Kesalahan = kurang mampu</a:t>
                      </a:r>
                      <a:endParaRPr sz="2400"/>
                    </a:p>
                    <a:p>
                      <a:pPr marL="457200" lvl="0" indent="-381000" algn="l" rtl="0">
                        <a:spcBef>
                          <a:spcPts val="0"/>
                        </a:spcBef>
                        <a:spcAft>
                          <a:spcPts val="0"/>
                        </a:spcAft>
                        <a:buSzPts val="2400"/>
                        <a:buChar char="●"/>
                      </a:pPr>
                      <a:r>
                        <a:rPr lang="en-US" sz="2400"/>
                        <a:t>Tantangan adalah ancaman</a:t>
                      </a:r>
                      <a:endParaRPr sz="2400"/>
                    </a:p>
                    <a:p>
                      <a:pPr marL="457200" lvl="0" indent="-381000" algn="l" rtl="0">
                        <a:spcBef>
                          <a:spcPts val="0"/>
                        </a:spcBef>
                        <a:spcAft>
                          <a:spcPts val="0"/>
                        </a:spcAft>
                        <a:buSzPts val="2400"/>
                        <a:buChar char="●"/>
                      </a:pPr>
                      <a:r>
                        <a:rPr lang="en-US" sz="2400"/>
                        <a:t>Mengabaikan kritik karena dianggap menyerang diri</a:t>
                      </a:r>
                      <a:endParaRPr sz="2400"/>
                    </a:p>
                  </a:txBody>
                  <a:tcPr marL="91425" marR="91425" marT="91425" marB="91425">
                    <a:noFill/>
                  </a:tcPr>
                </a:tc>
                <a:extLst>
                  <a:ext uri="{0D108BD9-81ED-4DB2-BD59-A6C34878D82A}">
                    <a16:rowId xmlns:a16="http://schemas.microsoft.com/office/drawing/2014/main" val="10001"/>
                  </a:ext>
                </a:extLst>
              </a:tr>
              <a:tr h="1158175">
                <a:tc>
                  <a:txBody>
                    <a:bodyPr/>
                    <a:lstStyle/>
                    <a:p>
                      <a:pPr marL="0" lvl="0" indent="0" algn="l" rtl="0">
                        <a:spcBef>
                          <a:spcPts val="0"/>
                        </a:spcBef>
                        <a:spcAft>
                          <a:spcPts val="0"/>
                        </a:spcAft>
                        <a:buNone/>
                      </a:pPr>
                      <a:r>
                        <a:rPr lang="en-US" sz="2400"/>
                        <a:t>Contoh kalimat untuk Pola Pikir Bertumbuh: </a:t>
                      </a:r>
                      <a:r>
                        <a:rPr lang="en-US" sz="2400">
                          <a:solidFill>
                            <a:schemeClr val="dk1"/>
                          </a:solidFill>
                        </a:rPr>
                        <a:t>“Aku belum bisa, tapi aku bisa belajar.”</a:t>
                      </a:r>
                      <a:endParaRPr sz="2400"/>
                    </a:p>
                  </a:txBody>
                  <a:tcPr marL="91425" marR="91425" marT="91425" marB="91425">
                    <a:noFill/>
                  </a:tcPr>
                </a:tc>
                <a:tc>
                  <a:txBody>
                    <a:bodyPr/>
                    <a:lstStyle/>
                    <a:p>
                      <a:pPr marL="0" lvl="0" indent="0" algn="l" rtl="0">
                        <a:spcBef>
                          <a:spcPts val="0"/>
                        </a:spcBef>
                        <a:spcAft>
                          <a:spcPts val="0"/>
                        </a:spcAft>
                        <a:buClr>
                          <a:schemeClr val="dk1"/>
                        </a:buClr>
                        <a:buSzPts val="1100"/>
                        <a:buFont typeface="Arial"/>
                        <a:buNone/>
                      </a:pPr>
                      <a:r>
                        <a:rPr lang="en-US" sz="2400">
                          <a:solidFill>
                            <a:schemeClr val="dk1"/>
                          </a:solidFill>
                        </a:rPr>
                        <a:t>Contoh kalimat untuk Pola Pikir Tetap: “Aku memang tidak bisa sejak dulu.”</a:t>
                      </a:r>
                      <a:endParaRPr sz="2400">
                        <a:solidFill>
                          <a:schemeClr val="dk1"/>
                        </a:solidFill>
                      </a:endParaRPr>
                    </a:p>
                  </a:txBody>
                  <a:tcPr marL="91425" marR="91425" marT="91425" marB="91425">
                    <a:noFill/>
                  </a:tcPr>
                </a:tc>
                <a:extLst>
                  <a:ext uri="{0D108BD9-81ED-4DB2-BD59-A6C34878D82A}">
                    <a16:rowId xmlns:a16="http://schemas.microsoft.com/office/drawing/2014/main" val="10002"/>
                  </a:ext>
                </a:extLst>
              </a:tr>
              <a:tr h="691175">
                <a:tc>
                  <a:txBody>
                    <a:bodyPr/>
                    <a:lstStyle/>
                    <a:p>
                      <a:pPr marL="0" lvl="0" indent="0" algn="l" rtl="0">
                        <a:spcBef>
                          <a:spcPts val="0"/>
                        </a:spcBef>
                        <a:spcAft>
                          <a:spcPts val="0"/>
                        </a:spcAft>
                        <a:buClr>
                          <a:schemeClr val="dk1"/>
                        </a:buClr>
                        <a:buSzPts val="1100"/>
                        <a:buFont typeface="Arial"/>
                        <a:buNone/>
                      </a:pPr>
                      <a:r>
                        <a:rPr lang="en-US" sz="2400">
                          <a:solidFill>
                            <a:schemeClr val="dk1"/>
                          </a:solidFill>
                        </a:rPr>
                        <a:t>Contoh Perilaku: Mencoba strategi baru saat gagal</a:t>
                      </a:r>
                      <a:endParaRPr sz="2400"/>
                    </a:p>
                  </a:txBody>
                  <a:tcPr marL="91425" marR="91425" marT="91425" marB="91425">
                    <a:noFill/>
                  </a:tcPr>
                </a:tc>
                <a:tc>
                  <a:txBody>
                    <a:bodyPr/>
                    <a:lstStyle/>
                    <a:p>
                      <a:pPr marL="0" lvl="0" indent="0" algn="l" rtl="0">
                        <a:spcBef>
                          <a:spcPts val="0"/>
                        </a:spcBef>
                        <a:spcAft>
                          <a:spcPts val="0"/>
                        </a:spcAft>
                        <a:buNone/>
                      </a:pPr>
                      <a:r>
                        <a:rPr lang="en-US" sz="2400"/>
                        <a:t>Contoh Perilaku: Berhenti setelah sekali gagal</a:t>
                      </a:r>
                      <a:endParaRPr sz="2400"/>
                    </a:p>
                  </a:txBody>
                  <a:tcPr marL="91425" marR="91425" marT="91425" marB="91425">
                    <a:noFill/>
                  </a:tcPr>
                </a:tc>
                <a:extLst>
                  <a:ext uri="{0D108BD9-81ED-4DB2-BD59-A6C34878D82A}">
                    <a16:rowId xmlns:a16="http://schemas.microsoft.com/office/drawing/2014/main" val="10003"/>
                  </a:ext>
                </a:extLst>
              </a:tr>
              <a:tr h="691175">
                <a:tc>
                  <a:txBody>
                    <a:bodyPr/>
                    <a:lstStyle/>
                    <a:p>
                      <a:pPr marL="0" lvl="0" indent="0" algn="l" rtl="0">
                        <a:spcBef>
                          <a:spcPts val="0"/>
                        </a:spcBef>
                        <a:spcAft>
                          <a:spcPts val="0"/>
                        </a:spcAft>
                        <a:buClr>
                          <a:schemeClr val="dk1"/>
                        </a:buClr>
                        <a:buSzPts val="1100"/>
                        <a:buFont typeface="Arial"/>
                        <a:buNone/>
                      </a:pPr>
                      <a:r>
                        <a:rPr lang="en-US" sz="2400" b="1">
                          <a:solidFill>
                            <a:schemeClr val="dk1"/>
                          </a:solidFill>
                        </a:rPr>
                        <a:t>Situasi di Kelas:</a:t>
                      </a:r>
                      <a:endParaRPr sz="2400" b="1">
                        <a:solidFill>
                          <a:schemeClr val="dk1"/>
                        </a:solidFill>
                      </a:endParaRPr>
                    </a:p>
                    <a:p>
                      <a:pPr marL="0" lvl="0" indent="0" algn="l" rtl="0">
                        <a:spcBef>
                          <a:spcPts val="0"/>
                        </a:spcBef>
                        <a:spcAft>
                          <a:spcPts val="0"/>
                        </a:spcAft>
                        <a:buClr>
                          <a:schemeClr val="dk1"/>
                        </a:buClr>
                        <a:buSzPts val="1100"/>
                        <a:buFont typeface="Arial"/>
                        <a:buNone/>
                      </a:pPr>
                      <a:r>
                        <a:rPr lang="en-US" sz="2400">
                          <a:solidFill>
                            <a:schemeClr val="dk1"/>
                          </a:solidFill>
                        </a:rPr>
                        <a:t>Saat guru memberikan soal yang lebih menantang:</a:t>
                      </a:r>
                      <a:endParaRPr sz="2400">
                        <a:solidFill>
                          <a:schemeClr val="dk1"/>
                        </a:solidFill>
                      </a:endParaRPr>
                    </a:p>
                    <a:p>
                      <a:pPr marL="0" lvl="0" indent="0" algn="l" rtl="0">
                        <a:spcBef>
                          <a:spcPts val="0"/>
                        </a:spcBef>
                        <a:spcAft>
                          <a:spcPts val="0"/>
                        </a:spcAft>
                        <a:buClr>
                          <a:schemeClr val="dk1"/>
                        </a:buClr>
                        <a:buSzPts val="1100"/>
                        <a:buFont typeface="Arial"/>
                        <a:buNone/>
                      </a:pPr>
                      <a:r>
                        <a:rPr lang="en-US" sz="2400">
                          <a:solidFill>
                            <a:schemeClr val="dk1"/>
                          </a:solidFill>
                        </a:rPr>
                        <a:t>Murid dengan Pola Pikir Bertumbuh berkata,</a:t>
                      </a:r>
                      <a:endParaRPr sz="2400">
                        <a:solidFill>
                          <a:schemeClr val="dk1"/>
                        </a:solidFill>
                      </a:endParaRPr>
                    </a:p>
                    <a:p>
                      <a:pPr marL="0" lvl="0" indent="0" algn="l" rtl="0">
                        <a:spcBef>
                          <a:spcPts val="0"/>
                        </a:spcBef>
                        <a:spcAft>
                          <a:spcPts val="0"/>
                        </a:spcAft>
                        <a:buNone/>
                      </a:pPr>
                      <a:r>
                        <a:rPr lang="en-US" sz="2400">
                          <a:solidFill>
                            <a:schemeClr val="dk1"/>
                          </a:solidFill>
                        </a:rPr>
                        <a:t>“Boleh aku coba dulu? Kalau salah, aku mau lihat di bagian mana aku kurang paham.”</a:t>
                      </a:r>
                      <a:endParaRPr sz="2400">
                        <a:solidFill>
                          <a:schemeClr val="dk1"/>
                        </a:solidFill>
                      </a:endParaRPr>
                    </a:p>
                  </a:txBody>
                  <a:tcPr marL="91425" marR="91425" marT="91425" marB="91425">
                    <a:noFill/>
                  </a:tcPr>
                </a:tc>
                <a:tc>
                  <a:txBody>
                    <a:bodyPr/>
                    <a:lstStyle/>
                    <a:p>
                      <a:pPr marL="0" lvl="0" indent="0" algn="l" rtl="0">
                        <a:spcBef>
                          <a:spcPts val="0"/>
                        </a:spcBef>
                        <a:spcAft>
                          <a:spcPts val="0"/>
                        </a:spcAft>
                        <a:buNone/>
                      </a:pPr>
                      <a:r>
                        <a:rPr lang="en-US" sz="2400" b="1">
                          <a:solidFill>
                            <a:schemeClr val="dk1"/>
                          </a:solidFill>
                        </a:rPr>
                        <a:t>Situasi di Kelas:</a:t>
                      </a:r>
                      <a:endParaRPr sz="2400" b="1">
                        <a:solidFill>
                          <a:schemeClr val="dk1"/>
                        </a:solidFill>
                      </a:endParaRPr>
                    </a:p>
                    <a:p>
                      <a:pPr marL="0" lvl="0" indent="0" algn="l" rtl="0">
                        <a:spcBef>
                          <a:spcPts val="0"/>
                        </a:spcBef>
                        <a:spcAft>
                          <a:spcPts val="0"/>
                        </a:spcAft>
                        <a:buClr>
                          <a:schemeClr val="dk1"/>
                        </a:buClr>
                        <a:buSzPts val="1100"/>
                        <a:buFont typeface="Arial"/>
                        <a:buNone/>
                      </a:pPr>
                      <a:r>
                        <a:rPr lang="en-US" sz="2400"/>
                        <a:t>Murid dengan Pola Pikir Tetap berkata,</a:t>
                      </a:r>
                      <a:endParaRPr sz="2400"/>
                    </a:p>
                    <a:p>
                      <a:pPr marL="0" lvl="0" indent="0" algn="l" rtl="0">
                        <a:spcBef>
                          <a:spcPts val="0"/>
                        </a:spcBef>
                        <a:spcAft>
                          <a:spcPts val="0"/>
                        </a:spcAft>
                        <a:buClr>
                          <a:schemeClr val="dk1"/>
                        </a:buClr>
                        <a:buSzPts val="1100"/>
                        <a:buFont typeface="Arial"/>
                        <a:buNone/>
                      </a:pPr>
                      <a:r>
                        <a:rPr lang="en-US" sz="2400"/>
                        <a:t>“Jangan yang susah, Bu… aku pasti salah.”</a:t>
                      </a:r>
                      <a:endParaRPr sz="2400"/>
                    </a:p>
                    <a:p>
                      <a:pPr marL="0" lvl="0" indent="0" algn="l" rtl="0">
                        <a:spcBef>
                          <a:spcPts val="0"/>
                        </a:spcBef>
                        <a:spcAft>
                          <a:spcPts val="0"/>
                        </a:spcAft>
                        <a:buNone/>
                      </a:pPr>
                      <a:endParaRPr sz="2400"/>
                    </a:p>
                  </a:txBody>
                  <a:tcPr marL="91425" marR="91425" marT="91425" marB="91425">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50"/>
          <p:cNvSpPr txBox="1"/>
          <p:nvPr/>
        </p:nvSpPr>
        <p:spPr>
          <a:xfrm>
            <a:off x="1803000" y="218350"/>
            <a:ext cx="12998700" cy="8931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2060"/>
              </a:buClr>
              <a:buSzPts val="5400"/>
              <a:buFont typeface="Open Sans ExtraBold"/>
              <a:buNone/>
            </a:pPr>
            <a:r>
              <a:rPr lang="en-US" sz="4000">
                <a:solidFill>
                  <a:srgbClr val="002060"/>
                </a:solidFill>
                <a:latin typeface="Open Sans ExtraBold"/>
                <a:ea typeface="Open Sans ExtraBold"/>
                <a:cs typeface="Open Sans ExtraBold"/>
                <a:sym typeface="Open Sans ExtraBold"/>
              </a:rPr>
              <a:t>Lima Area Kunci Growth Mindset </a:t>
            </a:r>
            <a:endParaRPr sz="4000" b="0" i="0" u="none" strike="noStrike" cap="none">
              <a:solidFill>
                <a:srgbClr val="000000"/>
              </a:solidFill>
              <a:latin typeface="Open Sans"/>
              <a:ea typeface="Open Sans"/>
              <a:cs typeface="Open Sans"/>
              <a:sym typeface="Open Sans"/>
            </a:endParaRPr>
          </a:p>
        </p:txBody>
      </p:sp>
      <p:grpSp>
        <p:nvGrpSpPr>
          <p:cNvPr id="325" name="Google Shape;325;p50"/>
          <p:cNvGrpSpPr/>
          <p:nvPr/>
        </p:nvGrpSpPr>
        <p:grpSpPr>
          <a:xfrm>
            <a:off x="0" y="45674"/>
            <a:ext cx="1923749" cy="1495147"/>
            <a:chOff x="-151896" y="-128007"/>
            <a:chExt cx="1282499" cy="996765"/>
          </a:xfrm>
        </p:grpSpPr>
        <p:sp>
          <p:nvSpPr>
            <p:cNvPr id="326" name="Google Shape;326;p50"/>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327" name="Google Shape;327;p50"/>
            <p:cNvGrpSpPr/>
            <p:nvPr/>
          </p:nvGrpSpPr>
          <p:grpSpPr>
            <a:xfrm>
              <a:off x="-151896" y="-128007"/>
              <a:ext cx="1282499" cy="996765"/>
              <a:chOff x="5908291" y="1447244"/>
              <a:chExt cx="4033016" cy="3338127"/>
            </a:xfrm>
          </p:grpSpPr>
          <p:pic>
            <p:nvPicPr>
              <p:cNvPr id="328" name="Google Shape;328;p50"/>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329" name="Google Shape;329;p50"/>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330" name="Google Shape;330;p50"/>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331" name="Google Shape;331;p50"/>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332" name="Google Shape;332;p50"/>
          <p:cNvPicPr preferRelativeResize="0"/>
          <p:nvPr/>
        </p:nvPicPr>
        <p:blipFill rotWithShape="1">
          <a:blip r:embed="rId7">
            <a:alphaModFix/>
          </a:blip>
          <a:srcRect l="4970"/>
          <a:stretch/>
        </p:blipFill>
        <p:spPr>
          <a:xfrm>
            <a:off x="16304700" y="245669"/>
            <a:ext cx="1916625" cy="628725"/>
          </a:xfrm>
          <a:prstGeom prst="rect">
            <a:avLst/>
          </a:prstGeom>
          <a:noFill/>
          <a:ln>
            <a:noFill/>
          </a:ln>
        </p:spPr>
      </p:pic>
      <p:sp>
        <p:nvSpPr>
          <p:cNvPr id="333" name="Google Shape;333;p50"/>
          <p:cNvSpPr/>
          <p:nvPr/>
        </p:nvSpPr>
        <p:spPr>
          <a:xfrm>
            <a:off x="378375" y="1895550"/>
            <a:ext cx="17357700" cy="7445400"/>
          </a:xfrm>
          <a:prstGeom prst="roundRect">
            <a:avLst>
              <a:gd name="adj" fmla="val 16667"/>
            </a:avLst>
          </a:prstGeom>
          <a:solidFill>
            <a:srgbClr val="EEFBF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a:latin typeface="Proxima Nova"/>
                <a:ea typeface="Proxima Nova"/>
                <a:cs typeface="Proxima Nova"/>
                <a:sym typeface="Proxima Nova"/>
              </a:rPr>
              <a:t>Untuk menumbuhkan Pola Pikir Bertumbuh, murid perlu memahami lima area utama yang membentuk cara mereka merespons tantangan dan proses belajar.</a:t>
            </a:r>
            <a:endParaRPr sz="3000">
              <a:latin typeface="Proxima Nova"/>
              <a:ea typeface="Proxima Nova"/>
              <a:cs typeface="Proxima Nova"/>
              <a:sym typeface="Proxima Nova"/>
            </a:endParaRPr>
          </a:p>
          <a:p>
            <a:pPr marL="0" lvl="0" indent="0" algn="l" rtl="0">
              <a:spcBef>
                <a:spcPts val="0"/>
              </a:spcBef>
              <a:spcAft>
                <a:spcPts val="0"/>
              </a:spcAft>
              <a:buNone/>
            </a:pPr>
            <a:endParaRPr sz="3000">
              <a:latin typeface="Proxima Nova"/>
              <a:ea typeface="Proxima Nova"/>
              <a:cs typeface="Proxima Nova"/>
              <a:sym typeface="Proxima Nova"/>
            </a:endParaRPr>
          </a:p>
          <a:p>
            <a:pPr marL="457200" lvl="0" indent="-419100" algn="l" rtl="0">
              <a:spcBef>
                <a:spcPts val="0"/>
              </a:spcBef>
              <a:spcAft>
                <a:spcPts val="0"/>
              </a:spcAft>
              <a:buSzPts val="3000"/>
              <a:buFont typeface="Proxima Nova"/>
              <a:buAutoNum type="arabicPeriod"/>
            </a:pPr>
            <a:r>
              <a:rPr lang="en-US" sz="3000" b="1">
                <a:latin typeface="Proxima Nova"/>
                <a:ea typeface="Proxima Nova"/>
                <a:cs typeface="Proxima Nova"/>
                <a:sym typeface="Proxima Nova"/>
              </a:rPr>
              <a:t>Challenge (Tantangan)</a:t>
            </a:r>
            <a:endParaRPr sz="3000" b="1">
              <a:latin typeface="Proxima Nova"/>
              <a:ea typeface="Proxima Nova"/>
              <a:cs typeface="Proxima Nova"/>
              <a:sym typeface="Proxima Nova"/>
            </a:endParaRPr>
          </a:p>
          <a:p>
            <a:pPr marL="457200" lvl="0" indent="0" algn="l" rtl="0">
              <a:spcBef>
                <a:spcPts val="0"/>
              </a:spcBef>
              <a:spcAft>
                <a:spcPts val="0"/>
              </a:spcAft>
              <a:buClr>
                <a:schemeClr val="dk1"/>
              </a:buClr>
              <a:buSzPts val="1100"/>
              <a:buFont typeface="Arial"/>
              <a:buNone/>
            </a:pPr>
            <a:r>
              <a:rPr lang="en-US" sz="3000">
                <a:latin typeface="Proxima Nova"/>
                <a:ea typeface="Proxima Nova"/>
                <a:cs typeface="Proxima Nova"/>
                <a:sym typeface="Proxima Nova"/>
              </a:rPr>
              <a:t>Definisi:</a:t>
            </a:r>
            <a:endParaRPr sz="3000">
              <a:latin typeface="Proxima Nova"/>
              <a:ea typeface="Proxima Nova"/>
              <a:cs typeface="Proxima Nova"/>
              <a:sym typeface="Proxima Nova"/>
            </a:endParaRPr>
          </a:p>
          <a:p>
            <a:pPr marL="457200" lvl="0" indent="0" algn="l" rtl="0">
              <a:spcBef>
                <a:spcPts val="0"/>
              </a:spcBef>
              <a:spcAft>
                <a:spcPts val="0"/>
              </a:spcAft>
              <a:buClr>
                <a:schemeClr val="dk1"/>
              </a:buClr>
              <a:buSzPts val="1100"/>
              <a:buFont typeface="Arial"/>
              <a:buNone/>
            </a:pPr>
            <a:r>
              <a:rPr lang="en-US" sz="3000">
                <a:latin typeface="Proxima Nova"/>
                <a:ea typeface="Proxima Nova"/>
                <a:cs typeface="Proxima Nova"/>
                <a:sym typeface="Proxima Nova"/>
              </a:rPr>
              <a:t>Kesiapan menghadapi hal baru meski terasa sulit.</a:t>
            </a:r>
            <a:endParaRPr sz="3000">
              <a:latin typeface="Proxima Nova"/>
              <a:ea typeface="Proxima Nova"/>
              <a:cs typeface="Proxima Nova"/>
              <a:sym typeface="Proxima Nova"/>
            </a:endParaRPr>
          </a:p>
          <a:p>
            <a:pPr marL="457200" lvl="0" indent="0" algn="l" rtl="0">
              <a:spcBef>
                <a:spcPts val="0"/>
              </a:spcBef>
              <a:spcAft>
                <a:spcPts val="0"/>
              </a:spcAft>
              <a:buClr>
                <a:schemeClr val="dk1"/>
              </a:buClr>
              <a:buSzPts val="1100"/>
              <a:buFont typeface="Arial"/>
              <a:buNone/>
            </a:pPr>
            <a:r>
              <a:rPr lang="en-US" sz="3000">
                <a:latin typeface="Proxima Nova"/>
                <a:ea typeface="Proxima Nova"/>
                <a:cs typeface="Proxima Nova"/>
                <a:sym typeface="Proxima Nova"/>
              </a:rPr>
              <a:t>Contoh:</a:t>
            </a:r>
            <a:endParaRPr sz="3000">
              <a:latin typeface="Proxima Nova"/>
              <a:ea typeface="Proxima Nova"/>
              <a:cs typeface="Proxima Nova"/>
              <a:sym typeface="Proxima Nova"/>
            </a:endParaRPr>
          </a:p>
          <a:p>
            <a:pPr marL="457200" lvl="0" indent="0" algn="l" rtl="0">
              <a:spcBef>
                <a:spcPts val="0"/>
              </a:spcBef>
              <a:spcAft>
                <a:spcPts val="0"/>
              </a:spcAft>
              <a:buClr>
                <a:schemeClr val="dk1"/>
              </a:buClr>
              <a:buSzPts val="1100"/>
              <a:buFont typeface="Arial"/>
              <a:buNone/>
            </a:pPr>
            <a:r>
              <a:rPr lang="en-US" sz="3000">
                <a:latin typeface="Proxima Nova"/>
                <a:ea typeface="Proxima Nova"/>
                <a:cs typeface="Proxima Nova"/>
                <a:sym typeface="Proxima Nova"/>
              </a:rPr>
              <a:t>“Mengerjakan soal yang lebih sulit karena ingin mencoba kemampuan diri.”</a:t>
            </a:r>
            <a:endParaRPr sz="3000">
              <a:latin typeface="Proxima Nova"/>
              <a:ea typeface="Proxima Nova"/>
              <a:cs typeface="Proxima Nova"/>
              <a:sym typeface="Proxima Nova"/>
            </a:endParaRPr>
          </a:p>
          <a:p>
            <a:pPr marL="0" lvl="0" indent="0" algn="l" rtl="0">
              <a:spcBef>
                <a:spcPts val="0"/>
              </a:spcBef>
              <a:spcAft>
                <a:spcPts val="0"/>
              </a:spcAft>
              <a:buNone/>
            </a:pPr>
            <a:endParaRPr sz="3000">
              <a:latin typeface="Proxima Nova"/>
              <a:ea typeface="Proxima Nova"/>
              <a:cs typeface="Proxima Nova"/>
              <a:sym typeface="Proxima Nova"/>
            </a:endParaRPr>
          </a:p>
          <a:p>
            <a:pPr marL="457200" lvl="0" indent="-419100" algn="l" rtl="0">
              <a:spcBef>
                <a:spcPts val="0"/>
              </a:spcBef>
              <a:spcAft>
                <a:spcPts val="0"/>
              </a:spcAft>
              <a:buSzPts val="3000"/>
              <a:buFont typeface="Proxima Nova"/>
              <a:buAutoNum type="arabicPeriod" startAt="2"/>
            </a:pPr>
            <a:r>
              <a:rPr lang="en-US" sz="3000" b="1">
                <a:latin typeface="Proxima Nova"/>
                <a:ea typeface="Proxima Nova"/>
                <a:cs typeface="Proxima Nova"/>
                <a:sym typeface="Proxima Nova"/>
              </a:rPr>
              <a:t>Obstacles (Hambatan)</a:t>
            </a:r>
            <a:endParaRPr sz="3000" b="1">
              <a:latin typeface="Proxima Nova"/>
              <a:ea typeface="Proxima Nova"/>
              <a:cs typeface="Proxima Nova"/>
              <a:sym typeface="Proxima Nova"/>
            </a:endParaRPr>
          </a:p>
          <a:p>
            <a:pPr marL="457200" lvl="0" indent="0" algn="l" rtl="0">
              <a:spcBef>
                <a:spcPts val="0"/>
              </a:spcBef>
              <a:spcAft>
                <a:spcPts val="0"/>
              </a:spcAft>
              <a:buClr>
                <a:schemeClr val="dk1"/>
              </a:buClr>
              <a:buSzPts val="1100"/>
              <a:buFont typeface="Arial"/>
              <a:buNone/>
            </a:pPr>
            <a:r>
              <a:rPr lang="en-US" sz="3000">
                <a:latin typeface="Proxima Nova"/>
                <a:ea typeface="Proxima Nova"/>
                <a:cs typeface="Proxima Nova"/>
                <a:sym typeface="Proxima Nova"/>
              </a:rPr>
              <a:t>Definisi:</a:t>
            </a:r>
            <a:endParaRPr sz="3000">
              <a:latin typeface="Proxima Nova"/>
              <a:ea typeface="Proxima Nova"/>
              <a:cs typeface="Proxima Nova"/>
              <a:sym typeface="Proxima Nova"/>
            </a:endParaRPr>
          </a:p>
          <a:p>
            <a:pPr marL="457200" lvl="0" indent="0" algn="l" rtl="0">
              <a:spcBef>
                <a:spcPts val="0"/>
              </a:spcBef>
              <a:spcAft>
                <a:spcPts val="0"/>
              </a:spcAft>
              <a:buClr>
                <a:schemeClr val="dk1"/>
              </a:buClr>
              <a:buSzPts val="1100"/>
              <a:buFont typeface="Arial"/>
              <a:buNone/>
            </a:pPr>
            <a:r>
              <a:rPr lang="en-US" sz="3000">
                <a:latin typeface="Proxima Nova"/>
                <a:ea typeface="Proxima Nova"/>
                <a:cs typeface="Proxima Nova"/>
                <a:sym typeface="Proxima Nova"/>
              </a:rPr>
              <a:t>Cara murid merespons kesulitan atau kegagalan.</a:t>
            </a:r>
            <a:endParaRPr sz="3000">
              <a:latin typeface="Proxima Nova"/>
              <a:ea typeface="Proxima Nova"/>
              <a:cs typeface="Proxima Nova"/>
              <a:sym typeface="Proxima Nova"/>
            </a:endParaRPr>
          </a:p>
          <a:p>
            <a:pPr marL="457200" lvl="0" indent="0" algn="l" rtl="0">
              <a:spcBef>
                <a:spcPts val="0"/>
              </a:spcBef>
              <a:spcAft>
                <a:spcPts val="0"/>
              </a:spcAft>
              <a:buClr>
                <a:schemeClr val="dk1"/>
              </a:buClr>
              <a:buSzPts val="1100"/>
              <a:buFont typeface="Arial"/>
              <a:buNone/>
            </a:pPr>
            <a:r>
              <a:rPr lang="en-US" sz="3000">
                <a:latin typeface="Proxima Nova"/>
                <a:ea typeface="Proxima Nova"/>
                <a:cs typeface="Proxima Nova"/>
                <a:sym typeface="Proxima Nova"/>
              </a:rPr>
              <a:t>Contoh:</a:t>
            </a:r>
            <a:endParaRPr sz="3000">
              <a:latin typeface="Proxima Nova"/>
              <a:ea typeface="Proxima Nova"/>
              <a:cs typeface="Proxima Nova"/>
              <a:sym typeface="Proxima Nova"/>
            </a:endParaRPr>
          </a:p>
          <a:p>
            <a:pPr marL="457200" lvl="0" indent="0" algn="l" rtl="0">
              <a:spcBef>
                <a:spcPts val="0"/>
              </a:spcBef>
              <a:spcAft>
                <a:spcPts val="0"/>
              </a:spcAft>
              <a:buNone/>
            </a:pPr>
            <a:r>
              <a:rPr lang="en-US" sz="3000">
                <a:latin typeface="Proxima Nova"/>
                <a:ea typeface="Proxima Nova"/>
                <a:cs typeface="Proxima Nova"/>
                <a:sym typeface="Proxima Nova"/>
              </a:rPr>
              <a:t>“Ketika salah menjawab, murid mencoba mencari strategi lain.”</a:t>
            </a:r>
            <a:endParaRPr sz="3000">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51"/>
          <p:cNvSpPr txBox="1"/>
          <p:nvPr/>
        </p:nvSpPr>
        <p:spPr>
          <a:xfrm>
            <a:off x="1803000" y="218350"/>
            <a:ext cx="12998700" cy="8931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2060"/>
              </a:buClr>
              <a:buSzPts val="5400"/>
              <a:buFont typeface="Open Sans ExtraBold"/>
              <a:buNone/>
            </a:pPr>
            <a:r>
              <a:rPr lang="en-US" sz="4000">
                <a:solidFill>
                  <a:srgbClr val="002060"/>
                </a:solidFill>
                <a:latin typeface="Open Sans ExtraBold"/>
                <a:ea typeface="Open Sans ExtraBold"/>
                <a:cs typeface="Open Sans ExtraBold"/>
                <a:sym typeface="Open Sans ExtraBold"/>
              </a:rPr>
              <a:t>Lima Area Kunci Growth Mindset </a:t>
            </a:r>
            <a:endParaRPr sz="4000" b="0" i="0" u="none" strike="noStrike" cap="none">
              <a:solidFill>
                <a:srgbClr val="000000"/>
              </a:solidFill>
              <a:latin typeface="Open Sans"/>
              <a:ea typeface="Open Sans"/>
              <a:cs typeface="Open Sans"/>
              <a:sym typeface="Open Sans"/>
            </a:endParaRPr>
          </a:p>
        </p:txBody>
      </p:sp>
      <p:grpSp>
        <p:nvGrpSpPr>
          <p:cNvPr id="339" name="Google Shape;339;p51"/>
          <p:cNvGrpSpPr/>
          <p:nvPr/>
        </p:nvGrpSpPr>
        <p:grpSpPr>
          <a:xfrm>
            <a:off x="0" y="45674"/>
            <a:ext cx="1923749" cy="1495147"/>
            <a:chOff x="-151896" y="-128007"/>
            <a:chExt cx="1282499" cy="996765"/>
          </a:xfrm>
        </p:grpSpPr>
        <p:sp>
          <p:nvSpPr>
            <p:cNvPr id="340" name="Google Shape;340;p51"/>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341" name="Google Shape;341;p51"/>
            <p:cNvGrpSpPr/>
            <p:nvPr/>
          </p:nvGrpSpPr>
          <p:grpSpPr>
            <a:xfrm>
              <a:off x="-151896" y="-128007"/>
              <a:ext cx="1282499" cy="996765"/>
              <a:chOff x="5908291" y="1447244"/>
              <a:chExt cx="4033016" cy="3338127"/>
            </a:xfrm>
          </p:grpSpPr>
          <p:pic>
            <p:nvPicPr>
              <p:cNvPr id="342" name="Google Shape;342;p51"/>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343" name="Google Shape;343;p51"/>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344" name="Google Shape;344;p51"/>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345" name="Google Shape;345;p51"/>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346" name="Google Shape;346;p51"/>
          <p:cNvPicPr preferRelativeResize="0"/>
          <p:nvPr/>
        </p:nvPicPr>
        <p:blipFill rotWithShape="1">
          <a:blip r:embed="rId7">
            <a:alphaModFix/>
          </a:blip>
          <a:srcRect l="4970"/>
          <a:stretch/>
        </p:blipFill>
        <p:spPr>
          <a:xfrm>
            <a:off x="16304700" y="245669"/>
            <a:ext cx="1916625" cy="628725"/>
          </a:xfrm>
          <a:prstGeom prst="rect">
            <a:avLst/>
          </a:prstGeom>
          <a:noFill/>
          <a:ln>
            <a:noFill/>
          </a:ln>
        </p:spPr>
      </p:pic>
      <p:sp>
        <p:nvSpPr>
          <p:cNvPr id="347" name="Google Shape;347;p51"/>
          <p:cNvSpPr/>
          <p:nvPr/>
        </p:nvSpPr>
        <p:spPr>
          <a:xfrm>
            <a:off x="378375" y="1655375"/>
            <a:ext cx="17357700" cy="7969500"/>
          </a:xfrm>
          <a:prstGeom prst="roundRect">
            <a:avLst>
              <a:gd name="adj" fmla="val 16667"/>
            </a:avLst>
          </a:prstGeom>
          <a:solidFill>
            <a:srgbClr val="EEFBFF"/>
          </a:solidFill>
          <a:ln>
            <a:noFill/>
          </a:ln>
        </p:spPr>
        <p:txBody>
          <a:bodyPr spcFirstLastPara="1" wrap="square" lIns="91425" tIns="91425" rIns="91425" bIns="91425" anchor="t" anchorCtr="0">
            <a:noAutofit/>
          </a:bodyPr>
          <a:lstStyle/>
          <a:p>
            <a:pPr marL="457200" lvl="0" indent="-406400" algn="l" rtl="0">
              <a:spcBef>
                <a:spcPts val="0"/>
              </a:spcBef>
              <a:spcAft>
                <a:spcPts val="0"/>
              </a:spcAft>
              <a:buSzPts val="2800"/>
              <a:buFont typeface="Proxima Nova"/>
              <a:buAutoNum type="arabicPeriod" startAt="3"/>
            </a:pPr>
            <a:r>
              <a:rPr lang="en-US" sz="2800" b="1">
                <a:latin typeface="Proxima Nova"/>
                <a:ea typeface="Proxima Nova"/>
                <a:cs typeface="Proxima Nova"/>
                <a:sym typeface="Proxima Nova"/>
              </a:rPr>
              <a:t>Effort (Usaha)</a:t>
            </a:r>
            <a:endParaRPr sz="2800" b="1">
              <a:latin typeface="Proxima Nova"/>
              <a:ea typeface="Proxima Nova"/>
              <a:cs typeface="Proxima Nova"/>
              <a:sym typeface="Proxima Nova"/>
            </a:endParaRPr>
          </a:p>
          <a:p>
            <a:pPr marL="457200" lvl="0" indent="0" algn="l" rtl="0">
              <a:spcBef>
                <a:spcPts val="0"/>
              </a:spcBef>
              <a:spcAft>
                <a:spcPts val="0"/>
              </a:spcAft>
              <a:buNone/>
            </a:pPr>
            <a:r>
              <a:rPr lang="en-US" sz="2800">
                <a:latin typeface="Proxima Nova"/>
                <a:ea typeface="Proxima Nova"/>
                <a:cs typeface="Proxima Nova"/>
                <a:sym typeface="Proxima Nova"/>
              </a:rPr>
              <a:t>Definisi:</a:t>
            </a:r>
            <a:endParaRPr sz="2800">
              <a:latin typeface="Proxima Nova"/>
              <a:ea typeface="Proxima Nova"/>
              <a:cs typeface="Proxima Nova"/>
              <a:sym typeface="Proxima Nova"/>
            </a:endParaRPr>
          </a:p>
          <a:p>
            <a:pPr marL="457200" lvl="0" indent="0" algn="l" rtl="0">
              <a:spcBef>
                <a:spcPts val="0"/>
              </a:spcBef>
              <a:spcAft>
                <a:spcPts val="0"/>
              </a:spcAft>
              <a:buNone/>
            </a:pPr>
            <a:r>
              <a:rPr lang="en-US" sz="2800">
                <a:latin typeface="Proxima Nova"/>
                <a:ea typeface="Proxima Nova"/>
                <a:cs typeface="Proxima Nova"/>
                <a:sym typeface="Proxima Nova"/>
              </a:rPr>
              <a:t>Keyakinan bahwa usaha berkualitas dapat meningkatkan kemampuan.</a:t>
            </a:r>
            <a:endParaRPr sz="2800">
              <a:latin typeface="Proxima Nova"/>
              <a:ea typeface="Proxima Nova"/>
              <a:cs typeface="Proxima Nova"/>
              <a:sym typeface="Proxima Nova"/>
            </a:endParaRPr>
          </a:p>
          <a:p>
            <a:pPr marL="457200" lvl="0" indent="0" algn="l" rtl="0">
              <a:spcBef>
                <a:spcPts val="0"/>
              </a:spcBef>
              <a:spcAft>
                <a:spcPts val="0"/>
              </a:spcAft>
              <a:buNone/>
            </a:pPr>
            <a:r>
              <a:rPr lang="en-US" sz="2800">
                <a:latin typeface="Proxima Nova"/>
                <a:ea typeface="Proxima Nova"/>
                <a:cs typeface="Proxima Nova"/>
                <a:sym typeface="Proxima Nova"/>
              </a:rPr>
              <a:t>Contoh:</a:t>
            </a:r>
            <a:endParaRPr sz="2800">
              <a:latin typeface="Proxima Nova"/>
              <a:ea typeface="Proxima Nova"/>
              <a:cs typeface="Proxima Nova"/>
              <a:sym typeface="Proxima Nova"/>
            </a:endParaRPr>
          </a:p>
          <a:p>
            <a:pPr marL="457200" lvl="0" indent="0" algn="l" rtl="0">
              <a:spcBef>
                <a:spcPts val="0"/>
              </a:spcBef>
              <a:spcAft>
                <a:spcPts val="0"/>
              </a:spcAft>
              <a:buNone/>
            </a:pPr>
            <a:r>
              <a:rPr lang="en-US" sz="2800">
                <a:latin typeface="Proxima Nova"/>
                <a:ea typeface="Proxima Nova"/>
                <a:cs typeface="Proxima Nova"/>
                <a:sym typeface="Proxima Nova"/>
              </a:rPr>
              <a:t>“Mengulang latihan beberapa kali karena tahu usaha membuatnya lebih paham.”</a:t>
            </a:r>
            <a:endParaRPr sz="2800">
              <a:latin typeface="Proxima Nova"/>
              <a:ea typeface="Proxima Nova"/>
              <a:cs typeface="Proxima Nova"/>
              <a:sym typeface="Proxima Nova"/>
            </a:endParaRPr>
          </a:p>
          <a:p>
            <a:pPr marL="0" lvl="0" indent="0" algn="l" rtl="0">
              <a:spcBef>
                <a:spcPts val="0"/>
              </a:spcBef>
              <a:spcAft>
                <a:spcPts val="0"/>
              </a:spcAft>
              <a:buNone/>
            </a:pPr>
            <a:endParaRPr sz="2800">
              <a:latin typeface="Proxima Nova"/>
              <a:ea typeface="Proxima Nova"/>
              <a:cs typeface="Proxima Nova"/>
              <a:sym typeface="Proxima Nova"/>
            </a:endParaRPr>
          </a:p>
          <a:p>
            <a:pPr marL="457200" lvl="0" indent="-406400" algn="l" rtl="0">
              <a:spcBef>
                <a:spcPts val="0"/>
              </a:spcBef>
              <a:spcAft>
                <a:spcPts val="0"/>
              </a:spcAft>
              <a:buSzPts val="2800"/>
              <a:buFont typeface="Proxima Nova"/>
              <a:buAutoNum type="arabicPeriod" startAt="4"/>
            </a:pPr>
            <a:r>
              <a:rPr lang="en-US" sz="2800" b="1">
                <a:latin typeface="Proxima Nova"/>
                <a:ea typeface="Proxima Nova"/>
                <a:cs typeface="Proxima Nova"/>
                <a:sym typeface="Proxima Nova"/>
              </a:rPr>
              <a:t>Critiques (Umpan Balik)</a:t>
            </a:r>
            <a:endParaRPr sz="2800" b="1">
              <a:latin typeface="Proxima Nova"/>
              <a:ea typeface="Proxima Nova"/>
              <a:cs typeface="Proxima Nova"/>
              <a:sym typeface="Proxima Nova"/>
            </a:endParaRPr>
          </a:p>
          <a:p>
            <a:pPr marL="457200" lvl="0" indent="0" algn="l" rtl="0">
              <a:spcBef>
                <a:spcPts val="0"/>
              </a:spcBef>
              <a:spcAft>
                <a:spcPts val="0"/>
              </a:spcAft>
              <a:buNone/>
            </a:pPr>
            <a:r>
              <a:rPr lang="en-US" sz="2800">
                <a:latin typeface="Proxima Nova"/>
                <a:ea typeface="Proxima Nova"/>
                <a:cs typeface="Proxima Nova"/>
                <a:sym typeface="Proxima Nova"/>
              </a:rPr>
              <a:t>Definisi:</a:t>
            </a:r>
            <a:endParaRPr sz="2800">
              <a:latin typeface="Proxima Nova"/>
              <a:ea typeface="Proxima Nova"/>
              <a:cs typeface="Proxima Nova"/>
              <a:sym typeface="Proxima Nova"/>
            </a:endParaRPr>
          </a:p>
          <a:p>
            <a:pPr marL="457200" lvl="0" indent="0" algn="l" rtl="0">
              <a:spcBef>
                <a:spcPts val="0"/>
              </a:spcBef>
              <a:spcAft>
                <a:spcPts val="0"/>
              </a:spcAft>
              <a:buNone/>
            </a:pPr>
            <a:r>
              <a:rPr lang="en-US" sz="2800">
                <a:latin typeface="Proxima Nova"/>
                <a:ea typeface="Proxima Nova"/>
                <a:cs typeface="Proxima Nova"/>
                <a:sym typeface="Proxima Nova"/>
              </a:rPr>
              <a:t>Sikap murid terhadap koreksi dan masukan.</a:t>
            </a:r>
            <a:endParaRPr sz="2800">
              <a:latin typeface="Proxima Nova"/>
              <a:ea typeface="Proxima Nova"/>
              <a:cs typeface="Proxima Nova"/>
              <a:sym typeface="Proxima Nova"/>
            </a:endParaRPr>
          </a:p>
          <a:p>
            <a:pPr marL="457200" lvl="0" indent="0" algn="l" rtl="0">
              <a:spcBef>
                <a:spcPts val="0"/>
              </a:spcBef>
              <a:spcAft>
                <a:spcPts val="0"/>
              </a:spcAft>
              <a:buNone/>
            </a:pPr>
            <a:r>
              <a:rPr lang="en-US" sz="2800">
                <a:latin typeface="Proxima Nova"/>
                <a:ea typeface="Proxima Nova"/>
                <a:cs typeface="Proxima Nova"/>
                <a:sym typeface="Proxima Nova"/>
              </a:rPr>
              <a:t>Contoh:</a:t>
            </a:r>
            <a:endParaRPr sz="2800">
              <a:latin typeface="Proxima Nova"/>
              <a:ea typeface="Proxima Nova"/>
              <a:cs typeface="Proxima Nova"/>
              <a:sym typeface="Proxima Nova"/>
            </a:endParaRPr>
          </a:p>
          <a:p>
            <a:pPr marL="457200" lvl="0" indent="0" algn="l" rtl="0">
              <a:spcBef>
                <a:spcPts val="0"/>
              </a:spcBef>
              <a:spcAft>
                <a:spcPts val="0"/>
              </a:spcAft>
              <a:buNone/>
            </a:pPr>
            <a:r>
              <a:rPr lang="en-US" sz="2800">
                <a:latin typeface="Proxima Nova"/>
                <a:ea typeface="Proxima Nova"/>
                <a:cs typeface="Proxima Nova"/>
                <a:sym typeface="Proxima Nova"/>
              </a:rPr>
              <a:t>“Menerima catatan guru sebagai bahan perbaikan, bukan kritik diri.”</a:t>
            </a:r>
            <a:endParaRPr sz="2800">
              <a:latin typeface="Proxima Nova"/>
              <a:ea typeface="Proxima Nova"/>
              <a:cs typeface="Proxima Nova"/>
              <a:sym typeface="Proxima Nova"/>
            </a:endParaRPr>
          </a:p>
          <a:p>
            <a:pPr marL="457200" lvl="0" indent="0" algn="l" rtl="0">
              <a:spcBef>
                <a:spcPts val="0"/>
              </a:spcBef>
              <a:spcAft>
                <a:spcPts val="0"/>
              </a:spcAft>
              <a:buNone/>
            </a:pPr>
            <a:endParaRPr sz="2800">
              <a:latin typeface="Proxima Nova"/>
              <a:ea typeface="Proxima Nova"/>
              <a:cs typeface="Proxima Nova"/>
              <a:sym typeface="Proxima Nova"/>
            </a:endParaRPr>
          </a:p>
          <a:p>
            <a:pPr marL="457200" lvl="0" indent="-406400" algn="l" rtl="0">
              <a:spcBef>
                <a:spcPts val="0"/>
              </a:spcBef>
              <a:spcAft>
                <a:spcPts val="0"/>
              </a:spcAft>
              <a:buClr>
                <a:schemeClr val="dk1"/>
              </a:buClr>
              <a:buSzPts val="2800"/>
              <a:buFont typeface="Proxima Nova"/>
              <a:buAutoNum type="arabicPeriod" startAt="5"/>
            </a:pPr>
            <a:r>
              <a:rPr lang="en-US" sz="2800" b="1">
                <a:solidFill>
                  <a:schemeClr val="dk1"/>
                </a:solidFill>
                <a:latin typeface="Proxima Nova"/>
                <a:ea typeface="Proxima Nova"/>
                <a:cs typeface="Proxima Nova"/>
                <a:sym typeface="Proxima Nova"/>
              </a:rPr>
              <a:t>Success of Others (Keberhasilan Orang Lain)</a:t>
            </a:r>
            <a:endParaRPr sz="2800" b="1">
              <a:solidFill>
                <a:schemeClr val="dk1"/>
              </a:solidFill>
              <a:latin typeface="Proxima Nova"/>
              <a:ea typeface="Proxima Nova"/>
              <a:cs typeface="Proxima Nova"/>
              <a:sym typeface="Proxima Nova"/>
            </a:endParaRPr>
          </a:p>
          <a:p>
            <a:pPr marL="457200" lvl="0" indent="0" algn="l" rtl="0">
              <a:spcBef>
                <a:spcPts val="0"/>
              </a:spcBef>
              <a:spcAft>
                <a:spcPts val="0"/>
              </a:spcAft>
              <a:buNone/>
            </a:pPr>
            <a:r>
              <a:rPr lang="en-US" sz="2800">
                <a:solidFill>
                  <a:schemeClr val="dk1"/>
                </a:solidFill>
                <a:latin typeface="Proxima Nova"/>
                <a:ea typeface="Proxima Nova"/>
                <a:cs typeface="Proxima Nova"/>
                <a:sym typeface="Proxima Nova"/>
              </a:rPr>
              <a:t>Definisi:</a:t>
            </a:r>
            <a:endParaRPr sz="2800">
              <a:solidFill>
                <a:schemeClr val="dk1"/>
              </a:solidFill>
              <a:latin typeface="Proxima Nova"/>
              <a:ea typeface="Proxima Nova"/>
              <a:cs typeface="Proxima Nova"/>
              <a:sym typeface="Proxima Nova"/>
            </a:endParaRPr>
          </a:p>
          <a:p>
            <a:pPr marL="457200" lvl="0" indent="0" algn="l" rtl="0">
              <a:spcBef>
                <a:spcPts val="0"/>
              </a:spcBef>
              <a:spcAft>
                <a:spcPts val="0"/>
              </a:spcAft>
              <a:buNone/>
            </a:pPr>
            <a:r>
              <a:rPr lang="en-US" sz="2800">
                <a:solidFill>
                  <a:schemeClr val="dk1"/>
                </a:solidFill>
                <a:latin typeface="Proxima Nova"/>
                <a:ea typeface="Proxima Nova"/>
                <a:cs typeface="Proxima Nova"/>
                <a:sym typeface="Proxima Nova"/>
              </a:rPr>
              <a:t>Cara murid melihat pencapaian teman atau orang lain.</a:t>
            </a:r>
            <a:endParaRPr sz="2800">
              <a:solidFill>
                <a:schemeClr val="dk1"/>
              </a:solidFill>
              <a:latin typeface="Proxima Nova"/>
              <a:ea typeface="Proxima Nova"/>
              <a:cs typeface="Proxima Nova"/>
              <a:sym typeface="Proxima Nova"/>
            </a:endParaRPr>
          </a:p>
          <a:p>
            <a:pPr marL="457200" lvl="0" indent="0" algn="l" rtl="0">
              <a:spcBef>
                <a:spcPts val="0"/>
              </a:spcBef>
              <a:spcAft>
                <a:spcPts val="0"/>
              </a:spcAft>
              <a:buNone/>
            </a:pPr>
            <a:r>
              <a:rPr lang="en-US" sz="2800">
                <a:solidFill>
                  <a:schemeClr val="dk1"/>
                </a:solidFill>
                <a:latin typeface="Proxima Nova"/>
                <a:ea typeface="Proxima Nova"/>
                <a:cs typeface="Proxima Nova"/>
                <a:sym typeface="Proxima Nova"/>
              </a:rPr>
              <a:t>Contoh:</a:t>
            </a:r>
            <a:endParaRPr sz="2800">
              <a:solidFill>
                <a:schemeClr val="dk1"/>
              </a:solidFill>
              <a:latin typeface="Proxima Nova"/>
              <a:ea typeface="Proxima Nova"/>
              <a:cs typeface="Proxima Nova"/>
              <a:sym typeface="Proxima Nova"/>
            </a:endParaRPr>
          </a:p>
          <a:p>
            <a:pPr marL="457200" lvl="0" indent="0" algn="l" rtl="0">
              <a:spcBef>
                <a:spcPts val="0"/>
              </a:spcBef>
              <a:spcAft>
                <a:spcPts val="0"/>
              </a:spcAft>
              <a:buNone/>
            </a:pPr>
            <a:r>
              <a:rPr lang="en-US" sz="2800">
                <a:solidFill>
                  <a:schemeClr val="dk1"/>
                </a:solidFill>
                <a:latin typeface="Proxima Nova"/>
                <a:ea typeface="Proxima Nova"/>
                <a:cs typeface="Proxima Nova"/>
                <a:sym typeface="Proxima Nova"/>
              </a:rPr>
              <a:t>“Melihat temannya berhasil, lalu mencoba belajar strategi yang sama.”</a:t>
            </a:r>
            <a:endParaRPr sz="2800">
              <a:solidFill>
                <a:schemeClr val="dk1"/>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52"/>
          <p:cNvSpPr txBox="1"/>
          <p:nvPr/>
        </p:nvSpPr>
        <p:spPr>
          <a:xfrm>
            <a:off x="1803000" y="218350"/>
            <a:ext cx="13095300" cy="13224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2060"/>
              </a:buClr>
              <a:buSzPts val="5400"/>
              <a:buFont typeface="Open Sans ExtraBold"/>
              <a:buNone/>
            </a:pPr>
            <a:r>
              <a:rPr lang="en-US" sz="3800">
                <a:solidFill>
                  <a:srgbClr val="002060"/>
                </a:solidFill>
                <a:latin typeface="Open Sans ExtraBold"/>
                <a:ea typeface="Open Sans ExtraBold"/>
                <a:cs typeface="Open Sans ExtraBold"/>
                <a:sym typeface="Open Sans ExtraBold"/>
              </a:rPr>
              <a:t>Kerangka Berpikir Guru: Mindset, Action, Result &amp; Mindset–Skillset–Toolset </a:t>
            </a:r>
            <a:endParaRPr sz="3800" b="0" i="0" u="none" strike="noStrike" cap="none">
              <a:solidFill>
                <a:srgbClr val="000000"/>
              </a:solidFill>
              <a:latin typeface="Open Sans"/>
              <a:ea typeface="Open Sans"/>
              <a:cs typeface="Open Sans"/>
              <a:sym typeface="Open Sans"/>
            </a:endParaRPr>
          </a:p>
        </p:txBody>
      </p:sp>
      <p:grpSp>
        <p:nvGrpSpPr>
          <p:cNvPr id="353" name="Google Shape;353;p52"/>
          <p:cNvGrpSpPr/>
          <p:nvPr/>
        </p:nvGrpSpPr>
        <p:grpSpPr>
          <a:xfrm>
            <a:off x="0" y="45674"/>
            <a:ext cx="1923749" cy="1495147"/>
            <a:chOff x="-151896" y="-128007"/>
            <a:chExt cx="1282499" cy="996765"/>
          </a:xfrm>
        </p:grpSpPr>
        <p:sp>
          <p:nvSpPr>
            <p:cNvPr id="354" name="Google Shape;354;p52"/>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355" name="Google Shape;355;p52"/>
            <p:cNvGrpSpPr/>
            <p:nvPr/>
          </p:nvGrpSpPr>
          <p:grpSpPr>
            <a:xfrm>
              <a:off x="-151896" y="-128007"/>
              <a:ext cx="1282499" cy="996765"/>
              <a:chOff x="5908291" y="1447244"/>
              <a:chExt cx="4033016" cy="3338127"/>
            </a:xfrm>
          </p:grpSpPr>
          <p:pic>
            <p:nvPicPr>
              <p:cNvPr id="356" name="Google Shape;356;p52"/>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357" name="Google Shape;357;p52"/>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358" name="Google Shape;358;p52"/>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359" name="Google Shape;359;p52"/>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360" name="Google Shape;360;p52"/>
          <p:cNvPicPr preferRelativeResize="0"/>
          <p:nvPr/>
        </p:nvPicPr>
        <p:blipFill rotWithShape="1">
          <a:blip r:embed="rId7">
            <a:alphaModFix/>
          </a:blip>
          <a:srcRect l="4970"/>
          <a:stretch/>
        </p:blipFill>
        <p:spPr>
          <a:xfrm>
            <a:off x="16304700" y="245669"/>
            <a:ext cx="1916625" cy="628725"/>
          </a:xfrm>
          <a:prstGeom prst="rect">
            <a:avLst/>
          </a:prstGeom>
          <a:noFill/>
          <a:ln>
            <a:noFill/>
          </a:ln>
        </p:spPr>
      </p:pic>
      <p:sp>
        <p:nvSpPr>
          <p:cNvPr id="361" name="Google Shape;361;p52"/>
          <p:cNvSpPr/>
          <p:nvPr/>
        </p:nvSpPr>
        <p:spPr>
          <a:xfrm>
            <a:off x="378375" y="1800951"/>
            <a:ext cx="17357700" cy="1495200"/>
          </a:xfrm>
          <a:prstGeom prst="roundRect">
            <a:avLst>
              <a:gd name="adj" fmla="val 16667"/>
            </a:avLst>
          </a:prstGeom>
          <a:solidFill>
            <a:srgbClr val="EEFBF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700">
                <a:latin typeface="Proxima Nova"/>
                <a:ea typeface="Proxima Nova"/>
                <a:cs typeface="Proxima Nova"/>
                <a:sym typeface="Proxima Nova"/>
              </a:rPr>
              <a:t>Cara guru memandang kemampuan murid menentukan cara guru mengajar, cara murid merespons pembelajaran, dan pada akhirnya memengaruhi hasil belajar. Dua kerangka berikut membantu guru memahami bagaimana pola pikir terhubung dengan tindakan dan hasil di kelas.</a:t>
            </a:r>
            <a:endParaRPr sz="2700">
              <a:latin typeface="Proxima Nova"/>
              <a:ea typeface="Proxima Nova"/>
              <a:cs typeface="Proxima Nova"/>
              <a:sym typeface="Proxima Nova"/>
            </a:endParaRPr>
          </a:p>
        </p:txBody>
      </p:sp>
      <p:sp>
        <p:nvSpPr>
          <p:cNvPr id="362" name="Google Shape;362;p52"/>
          <p:cNvSpPr txBox="1"/>
          <p:nvPr/>
        </p:nvSpPr>
        <p:spPr>
          <a:xfrm>
            <a:off x="378375" y="3534048"/>
            <a:ext cx="8513400" cy="817200"/>
          </a:xfrm>
          <a:prstGeom prst="rect">
            <a:avLst/>
          </a:prstGeom>
          <a:solidFill>
            <a:srgbClr val="0B5394"/>
          </a:solidFill>
          <a:ln w="9525" cap="flat" cmpd="sng">
            <a:solidFill>
              <a:srgbClr val="351C75"/>
            </a:solidFill>
            <a:prstDash val="solid"/>
            <a:round/>
            <a:headEnd type="none" w="sm" len="sm"/>
            <a:tailEnd type="none" w="sm" len="sm"/>
          </a:ln>
        </p:spPr>
        <p:txBody>
          <a:bodyPr spcFirstLastPara="1" wrap="square" lIns="137150" tIns="68550" rIns="137150" bIns="68550" anchor="ctr" anchorCtr="0">
            <a:normAutofit/>
          </a:bodyPr>
          <a:lstStyle/>
          <a:p>
            <a:pPr marL="0" marR="0" lvl="0" indent="0" algn="ctr" rtl="0">
              <a:lnSpc>
                <a:spcPct val="100000"/>
              </a:lnSpc>
              <a:spcBef>
                <a:spcPts val="0"/>
              </a:spcBef>
              <a:spcAft>
                <a:spcPts val="0"/>
              </a:spcAft>
              <a:buClr>
                <a:schemeClr val="dk1"/>
              </a:buClr>
              <a:buSzPts val="2200"/>
              <a:buFont typeface="Arial"/>
              <a:buNone/>
            </a:pPr>
            <a:r>
              <a:rPr lang="en-US" sz="3000" b="1">
                <a:solidFill>
                  <a:schemeClr val="lt1"/>
                </a:solidFill>
                <a:latin typeface="Poppins"/>
                <a:ea typeface="Poppins"/>
                <a:cs typeface="Poppins"/>
                <a:sym typeface="Poppins"/>
              </a:rPr>
              <a:t>Kerangka Mindset–Action–Result (MAR)</a:t>
            </a:r>
            <a:endParaRPr sz="1800" b="0" i="0" u="none" strike="noStrike" cap="none">
              <a:solidFill>
                <a:schemeClr val="lt1"/>
              </a:solidFill>
              <a:latin typeface="Plus Jakarta Sans"/>
              <a:ea typeface="Plus Jakarta Sans"/>
              <a:cs typeface="Plus Jakarta Sans"/>
              <a:sym typeface="Plus Jakarta Sans"/>
            </a:endParaRPr>
          </a:p>
        </p:txBody>
      </p:sp>
      <p:sp>
        <p:nvSpPr>
          <p:cNvPr id="363" name="Google Shape;363;p52"/>
          <p:cNvSpPr txBox="1"/>
          <p:nvPr/>
        </p:nvSpPr>
        <p:spPr>
          <a:xfrm>
            <a:off x="378375" y="4589150"/>
            <a:ext cx="8513400" cy="5271900"/>
          </a:xfrm>
          <a:prstGeom prst="rect">
            <a:avLst/>
          </a:prstGeom>
          <a:solidFill>
            <a:srgbClr val="EEFBFF"/>
          </a:solidFill>
          <a:ln w="9525" cap="flat" cmpd="sng">
            <a:solidFill>
              <a:srgbClr val="0592D6"/>
            </a:solidFill>
            <a:prstDash val="solid"/>
            <a:round/>
            <a:headEnd type="none" w="sm" len="sm"/>
            <a:tailEnd type="none" w="sm" len="sm"/>
          </a:ln>
        </p:spPr>
        <p:txBody>
          <a:bodyPr spcFirstLastPara="1" wrap="square" lIns="137150" tIns="68550" rIns="137150" bIns="68550" anchor="t" anchorCtr="0">
            <a:noAutofit/>
          </a:bodyPr>
          <a:lstStyle/>
          <a:p>
            <a:pPr marL="0" lvl="0" indent="0" algn="l" rtl="0">
              <a:spcBef>
                <a:spcPts val="0"/>
              </a:spcBef>
              <a:spcAft>
                <a:spcPts val="0"/>
              </a:spcAft>
              <a:buClr>
                <a:schemeClr val="dk1"/>
              </a:buClr>
              <a:buSzPts val="1100"/>
              <a:buFont typeface="Arial"/>
              <a:buNone/>
            </a:pPr>
            <a:r>
              <a:rPr lang="en-US" sz="2200">
                <a:solidFill>
                  <a:schemeClr val="dk1"/>
                </a:solidFill>
                <a:latin typeface="Plus Jakarta Sans"/>
                <a:ea typeface="Plus Jakarta Sans"/>
                <a:cs typeface="Plus Jakarta Sans"/>
                <a:sym typeface="Plus Jakarta Sans"/>
              </a:rPr>
              <a:t>Mindset–Action–Result (MAR) adalah kerangka yang menjelaskan bahwa:</a:t>
            </a:r>
            <a:endParaRPr sz="2200">
              <a:solidFill>
                <a:schemeClr val="dk1"/>
              </a:solidFill>
              <a:latin typeface="Plus Jakarta Sans"/>
              <a:ea typeface="Plus Jakarta Sans"/>
              <a:cs typeface="Plus Jakarta Sans"/>
              <a:sym typeface="Plus Jakarta Sans"/>
            </a:endParaRPr>
          </a:p>
          <a:p>
            <a:pPr marL="457200" lvl="0" indent="-368300" algn="l" rtl="0">
              <a:spcBef>
                <a:spcPts val="0"/>
              </a:spcBef>
              <a:spcAft>
                <a:spcPts val="0"/>
              </a:spcAft>
              <a:buClr>
                <a:schemeClr val="dk1"/>
              </a:buClr>
              <a:buSzPts val="2200"/>
              <a:buFont typeface="Plus Jakarta Sans"/>
              <a:buChar char="●"/>
            </a:pPr>
            <a:r>
              <a:rPr lang="en-US" sz="2200">
                <a:solidFill>
                  <a:schemeClr val="dk1"/>
                </a:solidFill>
                <a:latin typeface="Plus Jakarta Sans"/>
                <a:ea typeface="Plus Jakarta Sans"/>
                <a:cs typeface="Plus Jakarta Sans"/>
                <a:sym typeface="Plus Jakarta Sans"/>
              </a:rPr>
              <a:t>Mindset (cara pikir) sangat berpengaruhi</a:t>
            </a:r>
            <a:endParaRPr sz="2200">
              <a:solidFill>
                <a:schemeClr val="dk1"/>
              </a:solidFill>
              <a:latin typeface="Plus Jakarta Sans"/>
              <a:ea typeface="Plus Jakarta Sans"/>
              <a:cs typeface="Plus Jakarta Sans"/>
              <a:sym typeface="Plus Jakarta Sans"/>
            </a:endParaRPr>
          </a:p>
          <a:p>
            <a:pPr marL="457200" lvl="0" indent="-368300" algn="l" rtl="0">
              <a:spcBef>
                <a:spcPts val="0"/>
              </a:spcBef>
              <a:spcAft>
                <a:spcPts val="0"/>
              </a:spcAft>
              <a:buClr>
                <a:schemeClr val="dk1"/>
              </a:buClr>
              <a:buSzPts val="2200"/>
              <a:buFont typeface="Plus Jakarta Sans"/>
              <a:buChar char="●"/>
            </a:pPr>
            <a:r>
              <a:rPr lang="en-US" sz="2200">
                <a:solidFill>
                  <a:schemeClr val="dk1"/>
                </a:solidFill>
                <a:latin typeface="Plus Jakarta Sans"/>
                <a:ea typeface="Plus Jakarta Sans"/>
                <a:cs typeface="Plus Jakarta Sans"/>
                <a:sym typeface="Plus Jakarta Sans"/>
              </a:rPr>
              <a:t>Action (tindakan/strategi) yang pada akhirnya memengaruhi</a:t>
            </a:r>
            <a:endParaRPr sz="2200">
              <a:solidFill>
                <a:schemeClr val="dk1"/>
              </a:solidFill>
              <a:latin typeface="Plus Jakarta Sans"/>
              <a:ea typeface="Plus Jakarta Sans"/>
              <a:cs typeface="Plus Jakarta Sans"/>
              <a:sym typeface="Plus Jakarta Sans"/>
            </a:endParaRPr>
          </a:p>
          <a:p>
            <a:pPr marL="457200" lvl="0" indent="-368300" algn="l" rtl="0">
              <a:spcBef>
                <a:spcPts val="0"/>
              </a:spcBef>
              <a:spcAft>
                <a:spcPts val="0"/>
              </a:spcAft>
              <a:buClr>
                <a:schemeClr val="dk1"/>
              </a:buClr>
              <a:buSzPts val="2200"/>
              <a:buFont typeface="Plus Jakarta Sans"/>
              <a:buChar char="●"/>
            </a:pPr>
            <a:r>
              <a:rPr lang="en-US" sz="2200">
                <a:solidFill>
                  <a:schemeClr val="dk1"/>
                </a:solidFill>
                <a:latin typeface="Plus Jakarta Sans"/>
                <a:ea typeface="Plus Jakarta Sans"/>
                <a:cs typeface="Plus Jakarta Sans"/>
                <a:sym typeface="Plus Jakarta Sans"/>
              </a:rPr>
              <a:t>Result (hasil belajar)</a:t>
            </a:r>
            <a:endParaRPr sz="2200">
              <a:solidFill>
                <a:schemeClr val="dk1"/>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SzPts val="1100"/>
              <a:buFont typeface="Arial"/>
              <a:buNone/>
            </a:pPr>
            <a:endParaRPr sz="2200">
              <a:solidFill>
                <a:schemeClr val="dk1"/>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SzPts val="1100"/>
              <a:buFont typeface="Arial"/>
              <a:buNone/>
            </a:pPr>
            <a:r>
              <a:rPr lang="en-US" sz="2200" b="1">
                <a:solidFill>
                  <a:schemeClr val="dk1"/>
                </a:solidFill>
                <a:latin typeface="Plus Jakarta Sans"/>
                <a:ea typeface="Plus Jakarta Sans"/>
                <a:cs typeface="Plus Jakarta Sans"/>
                <a:sym typeface="Plus Jakarta Sans"/>
              </a:rPr>
              <a:t>Informasi Penting MAR</a:t>
            </a:r>
            <a:endParaRPr sz="2200" b="1">
              <a:solidFill>
                <a:schemeClr val="dk1"/>
              </a:solidFill>
              <a:latin typeface="Plus Jakarta Sans"/>
              <a:ea typeface="Plus Jakarta Sans"/>
              <a:cs typeface="Plus Jakarta Sans"/>
              <a:sym typeface="Plus Jakarta Sans"/>
            </a:endParaRPr>
          </a:p>
          <a:p>
            <a:pPr marL="457200" lvl="0" indent="-368300" algn="l" rtl="0">
              <a:spcBef>
                <a:spcPts val="0"/>
              </a:spcBef>
              <a:spcAft>
                <a:spcPts val="0"/>
              </a:spcAft>
              <a:buClr>
                <a:schemeClr val="dk1"/>
              </a:buClr>
              <a:buSzPts val="2200"/>
              <a:buFont typeface="Plus Jakarta Sans"/>
              <a:buChar char="●"/>
            </a:pPr>
            <a:r>
              <a:rPr lang="en-US" sz="2200">
                <a:solidFill>
                  <a:schemeClr val="dk1"/>
                </a:solidFill>
                <a:latin typeface="Plus Jakarta Sans"/>
                <a:ea typeface="Plus Jakarta Sans"/>
                <a:cs typeface="Plus Jakarta Sans"/>
                <a:sym typeface="Plus Jakarta Sans"/>
              </a:rPr>
              <a:t>Mindset positif → tindakan positif → hasil meningkat.</a:t>
            </a:r>
            <a:endParaRPr sz="2200">
              <a:solidFill>
                <a:schemeClr val="dk1"/>
              </a:solidFill>
              <a:latin typeface="Plus Jakarta Sans"/>
              <a:ea typeface="Plus Jakarta Sans"/>
              <a:cs typeface="Plus Jakarta Sans"/>
              <a:sym typeface="Plus Jakarta Sans"/>
            </a:endParaRPr>
          </a:p>
          <a:p>
            <a:pPr marL="457200" lvl="0" indent="-368300" algn="l" rtl="0">
              <a:spcBef>
                <a:spcPts val="0"/>
              </a:spcBef>
              <a:spcAft>
                <a:spcPts val="0"/>
              </a:spcAft>
              <a:buClr>
                <a:schemeClr val="dk1"/>
              </a:buClr>
              <a:buSzPts val="2200"/>
              <a:buFont typeface="Plus Jakarta Sans"/>
              <a:buChar char="●"/>
            </a:pPr>
            <a:r>
              <a:rPr lang="en-US" sz="2200">
                <a:solidFill>
                  <a:schemeClr val="dk1"/>
                </a:solidFill>
                <a:latin typeface="Plus Jakarta Sans"/>
                <a:ea typeface="Plus Jakarta Sans"/>
                <a:cs typeface="Plus Jakarta Sans"/>
                <a:sym typeface="Plus Jakarta Sans"/>
              </a:rPr>
              <a:t>Mindset negatif → tindakan minim → hasil stagnan → makin yakin bahwa dirinya “tidak mampu”.</a:t>
            </a:r>
            <a:endParaRPr sz="2200">
              <a:solidFill>
                <a:schemeClr val="dk1"/>
              </a:solidFill>
              <a:latin typeface="Plus Jakarta Sans"/>
              <a:ea typeface="Plus Jakarta Sans"/>
              <a:cs typeface="Plus Jakarta Sans"/>
              <a:sym typeface="Plus Jakarta Sans"/>
            </a:endParaRPr>
          </a:p>
          <a:p>
            <a:pPr marL="457200" lvl="0" indent="-368300" algn="l" rtl="0">
              <a:spcBef>
                <a:spcPts val="0"/>
              </a:spcBef>
              <a:spcAft>
                <a:spcPts val="0"/>
              </a:spcAft>
              <a:buClr>
                <a:schemeClr val="dk1"/>
              </a:buClr>
              <a:buSzPts val="2200"/>
              <a:buFont typeface="Plus Jakarta Sans"/>
              <a:buChar char="●"/>
            </a:pPr>
            <a:r>
              <a:rPr lang="en-US" sz="2200">
                <a:solidFill>
                  <a:schemeClr val="dk1"/>
                </a:solidFill>
                <a:latin typeface="Plus Jakarta Sans"/>
                <a:ea typeface="Plus Jakarta Sans"/>
                <a:cs typeface="Plus Jakarta Sans"/>
                <a:sym typeface="Plus Jakarta Sans"/>
              </a:rPr>
              <a:t>Guru berperan memutus lingkaran negatif dan membangun lingkaran positif bagi murid.</a:t>
            </a:r>
            <a:endParaRPr sz="2200">
              <a:solidFill>
                <a:schemeClr val="dk1"/>
              </a:solidFill>
              <a:latin typeface="Plus Jakarta Sans"/>
              <a:ea typeface="Plus Jakarta Sans"/>
              <a:cs typeface="Plus Jakarta Sans"/>
              <a:sym typeface="Plus Jakarta Sans"/>
            </a:endParaRPr>
          </a:p>
        </p:txBody>
      </p:sp>
      <p:sp>
        <p:nvSpPr>
          <p:cNvPr id="364" name="Google Shape;364;p52"/>
          <p:cNvSpPr txBox="1"/>
          <p:nvPr/>
        </p:nvSpPr>
        <p:spPr>
          <a:xfrm>
            <a:off x="9341075" y="3510399"/>
            <a:ext cx="8394900" cy="817200"/>
          </a:xfrm>
          <a:prstGeom prst="rect">
            <a:avLst/>
          </a:prstGeom>
          <a:solidFill>
            <a:srgbClr val="0B5394"/>
          </a:solidFill>
          <a:ln w="9525" cap="flat" cmpd="sng">
            <a:solidFill>
              <a:srgbClr val="351C75"/>
            </a:solidFill>
            <a:prstDash val="solid"/>
            <a:round/>
            <a:headEnd type="none" w="sm" len="sm"/>
            <a:tailEnd type="none" w="sm" len="sm"/>
          </a:ln>
        </p:spPr>
        <p:txBody>
          <a:bodyPr spcFirstLastPara="1" wrap="square" lIns="137150" tIns="68550" rIns="137150" bIns="68550" anchor="ctr" anchorCtr="0">
            <a:normAutofit/>
          </a:bodyPr>
          <a:lstStyle/>
          <a:p>
            <a:pPr marL="0" marR="0" lvl="0" indent="0" algn="ctr" rtl="0">
              <a:lnSpc>
                <a:spcPct val="100000"/>
              </a:lnSpc>
              <a:spcBef>
                <a:spcPts val="0"/>
              </a:spcBef>
              <a:spcAft>
                <a:spcPts val="0"/>
              </a:spcAft>
              <a:buClr>
                <a:schemeClr val="dk1"/>
              </a:buClr>
              <a:buSzPts val="2200"/>
              <a:buFont typeface="Arial"/>
              <a:buNone/>
            </a:pPr>
            <a:r>
              <a:rPr lang="en-US" sz="3000" b="1">
                <a:solidFill>
                  <a:schemeClr val="lt1"/>
                </a:solidFill>
                <a:latin typeface="Poppins"/>
                <a:ea typeface="Poppins"/>
                <a:cs typeface="Poppins"/>
                <a:sym typeface="Poppins"/>
              </a:rPr>
              <a:t>Mindset–Skillset–Toolset</a:t>
            </a:r>
            <a:endParaRPr sz="1800" b="0" i="0" u="none" strike="noStrike" cap="none">
              <a:solidFill>
                <a:schemeClr val="lt1"/>
              </a:solidFill>
              <a:latin typeface="Plus Jakarta Sans"/>
              <a:ea typeface="Plus Jakarta Sans"/>
              <a:cs typeface="Plus Jakarta Sans"/>
              <a:sym typeface="Plus Jakarta Sans"/>
            </a:endParaRPr>
          </a:p>
        </p:txBody>
      </p:sp>
      <p:sp>
        <p:nvSpPr>
          <p:cNvPr id="365" name="Google Shape;365;p52"/>
          <p:cNvSpPr txBox="1"/>
          <p:nvPr/>
        </p:nvSpPr>
        <p:spPr>
          <a:xfrm>
            <a:off x="9281825" y="4589150"/>
            <a:ext cx="8513400" cy="5271900"/>
          </a:xfrm>
          <a:prstGeom prst="rect">
            <a:avLst/>
          </a:prstGeom>
          <a:solidFill>
            <a:srgbClr val="EEFBFF"/>
          </a:solidFill>
          <a:ln w="9525" cap="flat" cmpd="sng">
            <a:solidFill>
              <a:srgbClr val="0592D6"/>
            </a:solidFill>
            <a:prstDash val="solid"/>
            <a:round/>
            <a:headEnd type="none" w="sm" len="sm"/>
            <a:tailEnd type="none" w="sm" len="sm"/>
          </a:ln>
        </p:spPr>
        <p:txBody>
          <a:bodyPr spcFirstLastPara="1" wrap="square" lIns="137150" tIns="68550" rIns="137150" bIns="68550" anchor="t" anchorCtr="0">
            <a:noAutofit/>
          </a:bodyPr>
          <a:lstStyle/>
          <a:p>
            <a:pPr marL="0" lvl="0" indent="0" algn="l" rtl="0">
              <a:spcBef>
                <a:spcPts val="0"/>
              </a:spcBef>
              <a:spcAft>
                <a:spcPts val="0"/>
              </a:spcAft>
              <a:buNone/>
            </a:pPr>
            <a:r>
              <a:rPr lang="en-US" sz="2000">
                <a:solidFill>
                  <a:schemeClr val="dk1"/>
                </a:solidFill>
                <a:latin typeface="Plus Jakarta Sans"/>
                <a:ea typeface="Plus Jakarta Sans"/>
                <a:cs typeface="Plus Jakarta Sans"/>
                <a:sym typeface="Plus Jakarta Sans"/>
              </a:rPr>
              <a:t>Kerangka ini menjelaskan tiga komponen yang dibutuhkan guru:</a:t>
            </a:r>
            <a:endParaRPr sz="2000">
              <a:solidFill>
                <a:schemeClr val="dk1"/>
              </a:solidFill>
              <a:latin typeface="Plus Jakarta Sans"/>
              <a:ea typeface="Plus Jakarta Sans"/>
              <a:cs typeface="Plus Jakarta Sans"/>
              <a:sym typeface="Plus Jakarta Sans"/>
            </a:endParaRPr>
          </a:p>
          <a:p>
            <a:pPr marL="457200" lvl="0" indent="-355600" algn="l" rtl="0">
              <a:spcBef>
                <a:spcPts val="0"/>
              </a:spcBef>
              <a:spcAft>
                <a:spcPts val="0"/>
              </a:spcAft>
              <a:buClr>
                <a:schemeClr val="dk1"/>
              </a:buClr>
              <a:buSzPts val="2000"/>
              <a:buFont typeface="Plus Jakarta Sans"/>
              <a:buChar char="●"/>
            </a:pPr>
            <a:r>
              <a:rPr lang="en-US" sz="2000">
                <a:solidFill>
                  <a:schemeClr val="dk1"/>
                </a:solidFill>
                <a:latin typeface="Plus Jakarta Sans"/>
                <a:ea typeface="Plus Jakarta Sans"/>
                <a:cs typeface="Plus Jakarta Sans"/>
                <a:sym typeface="Plus Jakarta Sans"/>
              </a:rPr>
              <a:t>Mindset: Keyakinan dan cara pandang guru terhadap murid dan proses belajar.</a:t>
            </a:r>
            <a:endParaRPr sz="2000">
              <a:solidFill>
                <a:schemeClr val="dk1"/>
              </a:solidFill>
              <a:latin typeface="Plus Jakarta Sans"/>
              <a:ea typeface="Plus Jakarta Sans"/>
              <a:cs typeface="Plus Jakarta Sans"/>
              <a:sym typeface="Plus Jakarta Sans"/>
            </a:endParaRPr>
          </a:p>
          <a:p>
            <a:pPr marL="457200" lvl="0" indent="-355600" algn="l" rtl="0">
              <a:spcBef>
                <a:spcPts val="0"/>
              </a:spcBef>
              <a:spcAft>
                <a:spcPts val="0"/>
              </a:spcAft>
              <a:buClr>
                <a:schemeClr val="dk1"/>
              </a:buClr>
              <a:buSzPts val="2000"/>
              <a:buFont typeface="Plus Jakarta Sans"/>
              <a:buChar char="●"/>
            </a:pPr>
            <a:r>
              <a:rPr lang="en-US" sz="2000">
                <a:solidFill>
                  <a:schemeClr val="dk1"/>
                </a:solidFill>
                <a:latin typeface="Plus Jakarta Sans"/>
                <a:ea typeface="Plus Jakarta Sans"/>
                <a:cs typeface="Plus Jakarta Sans"/>
                <a:sym typeface="Plus Jakarta Sans"/>
              </a:rPr>
              <a:t>Skillset: Keterampilan pedagogi, manajemen kelas, strategi mengajar, asesmen, dll.</a:t>
            </a:r>
            <a:endParaRPr sz="2000">
              <a:solidFill>
                <a:schemeClr val="dk1"/>
              </a:solidFill>
              <a:latin typeface="Plus Jakarta Sans"/>
              <a:ea typeface="Plus Jakarta Sans"/>
              <a:cs typeface="Plus Jakarta Sans"/>
              <a:sym typeface="Plus Jakarta Sans"/>
            </a:endParaRPr>
          </a:p>
          <a:p>
            <a:pPr marL="457200" lvl="0" indent="-355600" algn="l" rtl="0">
              <a:spcBef>
                <a:spcPts val="0"/>
              </a:spcBef>
              <a:spcAft>
                <a:spcPts val="0"/>
              </a:spcAft>
              <a:buClr>
                <a:schemeClr val="dk1"/>
              </a:buClr>
              <a:buSzPts val="2000"/>
              <a:buFont typeface="Plus Jakarta Sans"/>
              <a:buChar char="●"/>
            </a:pPr>
            <a:r>
              <a:rPr lang="en-US" sz="2000">
                <a:solidFill>
                  <a:schemeClr val="dk1"/>
                </a:solidFill>
                <a:latin typeface="Plus Jakarta Sans"/>
                <a:ea typeface="Plus Jakarta Sans"/>
                <a:cs typeface="Plus Jakarta Sans"/>
                <a:sym typeface="Plus Jakarta Sans"/>
              </a:rPr>
              <a:t>Toolset: Alat bantu yang mendukung praktik mengajar (media, teknologi, metode).</a:t>
            </a:r>
            <a:endParaRPr sz="2000">
              <a:solidFill>
                <a:schemeClr val="dk1"/>
              </a:solidFill>
              <a:latin typeface="Plus Jakarta Sans"/>
              <a:ea typeface="Plus Jakarta Sans"/>
              <a:cs typeface="Plus Jakarta Sans"/>
              <a:sym typeface="Plus Jakarta Sans"/>
            </a:endParaRPr>
          </a:p>
          <a:p>
            <a:pPr marL="0" lvl="0" indent="0" algn="l" rtl="0">
              <a:spcBef>
                <a:spcPts val="0"/>
              </a:spcBef>
              <a:spcAft>
                <a:spcPts val="0"/>
              </a:spcAft>
              <a:buNone/>
            </a:pPr>
            <a:endParaRPr sz="2000">
              <a:solidFill>
                <a:schemeClr val="dk1"/>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SzPts val="1100"/>
              <a:buFont typeface="Arial"/>
              <a:buNone/>
            </a:pPr>
            <a:r>
              <a:rPr lang="en-US" sz="2000" b="1">
                <a:solidFill>
                  <a:schemeClr val="dk1"/>
                </a:solidFill>
                <a:latin typeface="Plus Jakarta Sans"/>
                <a:ea typeface="Plus Jakarta Sans"/>
                <a:cs typeface="Plus Jakarta Sans"/>
                <a:sym typeface="Plus Jakarta Sans"/>
              </a:rPr>
              <a:t>Informasi Penting Mindset–Skillset–Toolset (dalam konteks guru)</a:t>
            </a:r>
            <a:endParaRPr sz="2000" b="1">
              <a:solidFill>
                <a:schemeClr val="dk1"/>
              </a:solidFill>
              <a:latin typeface="Plus Jakarta Sans"/>
              <a:ea typeface="Plus Jakarta Sans"/>
              <a:cs typeface="Plus Jakarta Sans"/>
              <a:sym typeface="Plus Jakarta Sans"/>
            </a:endParaRPr>
          </a:p>
          <a:p>
            <a:pPr marL="457200" lvl="0" indent="-355600" algn="l" rtl="0">
              <a:spcBef>
                <a:spcPts val="0"/>
              </a:spcBef>
              <a:spcAft>
                <a:spcPts val="0"/>
              </a:spcAft>
              <a:buClr>
                <a:schemeClr val="dk1"/>
              </a:buClr>
              <a:buSzPts val="2000"/>
              <a:buFont typeface="Plus Jakarta Sans"/>
              <a:buChar char="●"/>
            </a:pPr>
            <a:r>
              <a:rPr lang="en-US" sz="2000">
                <a:solidFill>
                  <a:schemeClr val="dk1"/>
                </a:solidFill>
                <a:latin typeface="Plus Jakarta Sans"/>
                <a:ea typeface="Plus Jakarta Sans"/>
                <a:cs typeface="Plus Jakarta Sans"/>
                <a:sym typeface="Plus Jakarta Sans"/>
              </a:rPr>
              <a:t>Mindset Guru: Cara guru memandang murid, diri sendiri, dan belajar.</a:t>
            </a:r>
            <a:endParaRPr sz="2000">
              <a:solidFill>
                <a:schemeClr val="dk1"/>
              </a:solidFill>
              <a:latin typeface="Plus Jakarta Sans"/>
              <a:ea typeface="Plus Jakarta Sans"/>
              <a:cs typeface="Plus Jakarta Sans"/>
              <a:sym typeface="Plus Jakarta Sans"/>
            </a:endParaRPr>
          </a:p>
          <a:p>
            <a:pPr marL="457200" lvl="0" indent="-355600" algn="l" rtl="0">
              <a:spcBef>
                <a:spcPts val="0"/>
              </a:spcBef>
              <a:spcAft>
                <a:spcPts val="0"/>
              </a:spcAft>
              <a:buClr>
                <a:schemeClr val="dk1"/>
              </a:buClr>
              <a:buSzPts val="2000"/>
              <a:buFont typeface="Plus Jakarta Sans"/>
              <a:buChar char="●"/>
            </a:pPr>
            <a:r>
              <a:rPr lang="en-US" sz="2000">
                <a:solidFill>
                  <a:schemeClr val="dk1"/>
                </a:solidFill>
                <a:latin typeface="Plus Jakarta Sans"/>
                <a:ea typeface="Plus Jakarta Sans"/>
                <a:cs typeface="Plus Jakarta Sans"/>
                <a:sym typeface="Plus Jakarta Sans"/>
              </a:rPr>
              <a:t>Skillset Guru: Kemampuan teknis dan pedagogis untuk mewujudkan mindset dalam praktik. Contoh: Desain pembelajaran, Scaffolding, Differentiated instruction</a:t>
            </a:r>
            <a:endParaRPr sz="2000">
              <a:solidFill>
                <a:schemeClr val="dk1"/>
              </a:solidFill>
              <a:latin typeface="Plus Jakarta Sans"/>
              <a:ea typeface="Plus Jakarta Sans"/>
              <a:cs typeface="Plus Jakarta Sans"/>
              <a:sym typeface="Plus Jakarta Sans"/>
            </a:endParaRPr>
          </a:p>
          <a:p>
            <a:pPr marL="457200" lvl="0" indent="-355600" algn="l" rtl="0">
              <a:spcBef>
                <a:spcPts val="0"/>
              </a:spcBef>
              <a:spcAft>
                <a:spcPts val="0"/>
              </a:spcAft>
              <a:buClr>
                <a:schemeClr val="dk1"/>
              </a:buClr>
              <a:buSzPts val="2000"/>
              <a:buFont typeface="Plus Jakarta Sans"/>
              <a:buChar char="●"/>
            </a:pPr>
            <a:r>
              <a:rPr lang="en-US" sz="2000">
                <a:solidFill>
                  <a:schemeClr val="dk1"/>
                </a:solidFill>
                <a:latin typeface="Plus Jakarta Sans"/>
                <a:ea typeface="Plus Jakarta Sans"/>
                <a:cs typeface="Plus Jakarta Sans"/>
                <a:sym typeface="Plus Jakarta Sans"/>
              </a:rPr>
              <a:t>Toolset Guru: Alat, media, dan teknik yang mendukung siklus belajar. Contoh: Media ajar digital, Lembar refleksi</a:t>
            </a:r>
            <a:endParaRPr sz="2000">
              <a:solidFill>
                <a:schemeClr val="dk1"/>
              </a:solidFill>
              <a:latin typeface="Plus Jakarta Sans"/>
              <a:ea typeface="Plus Jakarta Sans"/>
              <a:cs typeface="Plus Jakarta Sans"/>
              <a:sym typeface="Plus Jakart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53"/>
          <p:cNvSpPr txBox="1"/>
          <p:nvPr/>
        </p:nvSpPr>
        <p:spPr>
          <a:xfrm>
            <a:off x="1803000" y="218350"/>
            <a:ext cx="13095300" cy="13224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2060"/>
              </a:buClr>
              <a:buSzPts val="5400"/>
              <a:buFont typeface="Open Sans ExtraBold"/>
              <a:buNone/>
            </a:pPr>
            <a:r>
              <a:rPr lang="en-US" sz="3800">
                <a:solidFill>
                  <a:srgbClr val="002060"/>
                </a:solidFill>
                <a:latin typeface="Open Sans ExtraBold"/>
                <a:ea typeface="Open Sans ExtraBold"/>
                <a:cs typeface="Open Sans ExtraBold"/>
                <a:sym typeface="Open Sans ExtraBold"/>
              </a:rPr>
              <a:t>Kerangka Berpikir Guru: Mindset, Action, Result &amp; Mindset–Skillset–Toolset - contoh</a:t>
            </a:r>
            <a:endParaRPr sz="3800" b="0" i="0" u="none" strike="noStrike" cap="none">
              <a:solidFill>
                <a:srgbClr val="000000"/>
              </a:solidFill>
              <a:latin typeface="Open Sans"/>
              <a:ea typeface="Open Sans"/>
              <a:cs typeface="Open Sans"/>
              <a:sym typeface="Open Sans"/>
            </a:endParaRPr>
          </a:p>
        </p:txBody>
      </p:sp>
      <p:grpSp>
        <p:nvGrpSpPr>
          <p:cNvPr id="371" name="Google Shape;371;p53"/>
          <p:cNvGrpSpPr/>
          <p:nvPr/>
        </p:nvGrpSpPr>
        <p:grpSpPr>
          <a:xfrm>
            <a:off x="0" y="45674"/>
            <a:ext cx="1923749" cy="1495147"/>
            <a:chOff x="-151896" y="-128007"/>
            <a:chExt cx="1282499" cy="996765"/>
          </a:xfrm>
        </p:grpSpPr>
        <p:sp>
          <p:nvSpPr>
            <p:cNvPr id="372" name="Google Shape;372;p53"/>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373" name="Google Shape;373;p53"/>
            <p:cNvGrpSpPr/>
            <p:nvPr/>
          </p:nvGrpSpPr>
          <p:grpSpPr>
            <a:xfrm>
              <a:off x="-151896" y="-128007"/>
              <a:ext cx="1282499" cy="996765"/>
              <a:chOff x="5908291" y="1447244"/>
              <a:chExt cx="4033016" cy="3338127"/>
            </a:xfrm>
          </p:grpSpPr>
          <p:pic>
            <p:nvPicPr>
              <p:cNvPr id="374" name="Google Shape;374;p53"/>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375" name="Google Shape;375;p53"/>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376" name="Google Shape;376;p53"/>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377" name="Google Shape;377;p53"/>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378" name="Google Shape;378;p53"/>
          <p:cNvPicPr preferRelativeResize="0"/>
          <p:nvPr/>
        </p:nvPicPr>
        <p:blipFill rotWithShape="1">
          <a:blip r:embed="rId7">
            <a:alphaModFix/>
          </a:blip>
          <a:srcRect l="4970"/>
          <a:stretch/>
        </p:blipFill>
        <p:spPr>
          <a:xfrm>
            <a:off x="16304700" y="245669"/>
            <a:ext cx="1916625" cy="628725"/>
          </a:xfrm>
          <a:prstGeom prst="rect">
            <a:avLst/>
          </a:prstGeom>
          <a:noFill/>
          <a:ln>
            <a:noFill/>
          </a:ln>
        </p:spPr>
      </p:pic>
      <p:sp>
        <p:nvSpPr>
          <p:cNvPr id="379" name="Google Shape;379;p53"/>
          <p:cNvSpPr/>
          <p:nvPr/>
        </p:nvSpPr>
        <p:spPr>
          <a:xfrm>
            <a:off x="378375" y="1800951"/>
            <a:ext cx="17357700" cy="1495200"/>
          </a:xfrm>
          <a:prstGeom prst="roundRect">
            <a:avLst>
              <a:gd name="adj" fmla="val 16667"/>
            </a:avLst>
          </a:prstGeom>
          <a:solidFill>
            <a:srgbClr val="EEFBF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700">
                <a:latin typeface="Proxima Nova"/>
                <a:ea typeface="Proxima Nova"/>
                <a:cs typeface="Proxima Nova"/>
                <a:sym typeface="Proxima Nova"/>
              </a:rPr>
              <a:t>Cara guru memandang kemampuan murid menentukan cara guru mengajar, cara murid merespons pembelajaran, dan pada akhirnya memengaruhi hasil belajar. Dua kerangka berikut membantu guru memahami bagaimana pola pikir terhubung dengan tindakan dan hasil di kelas.</a:t>
            </a:r>
            <a:endParaRPr sz="2700">
              <a:latin typeface="Proxima Nova"/>
              <a:ea typeface="Proxima Nova"/>
              <a:cs typeface="Proxima Nova"/>
              <a:sym typeface="Proxima Nova"/>
            </a:endParaRPr>
          </a:p>
        </p:txBody>
      </p:sp>
      <p:sp>
        <p:nvSpPr>
          <p:cNvPr id="380" name="Google Shape;380;p53"/>
          <p:cNvSpPr txBox="1"/>
          <p:nvPr/>
        </p:nvSpPr>
        <p:spPr>
          <a:xfrm>
            <a:off x="378375" y="3534048"/>
            <a:ext cx="8513400" cy="817200"/>
          </a:xfrm>
          <a:prstGeom prst="rect">
            <a:avLst/>
          </a:prstGeom>
          <a:solidFill>
            <a:srgbClr val="0B5394"/>
          </a:solidFill>
          <a:ln w="9525" cap="flat" cmpd="sng">
            <a:solidFill>
              <a:srgbClr val="351C75"/>
            </a:solidFill>
            <a:prstDash val="solid"/>
            <a:round/>
            <a:headEnd type="none" w="sm" len="sm"/>
            <a:tailEnd type="none" w="sm" len="sm"/>
          </a:ln>
        </p:spPr>
        <p:txBody>
          <a:bodyPr spcFirstLastPara="1" wrap="square" lIns="137150" tIns="68550" rIns="137150" bIns="68550" anchor="ctr" anchorCtr="0">
            <a:normAutofit/>
          </a:bodyPr>
          <a:lstStyle/>
          <a:p>
            <a:pPr marL="0" marR="0" lvl="0" indent="0" algn="ctr" rtl="0">
              <a:lnSpc>
                <a:spcPct val="100000"/>
              </a:lnSpc>
              <a:spcBef>
                <a:spcPts val="0"/>
              </a:spcBef>
              <a:spcAft>
                <a:spcPts val="0"/>
              </a:spcAft>
              <a:buClr>
                <a:schemeClr val="dk1"/>
              </a:buClr>
              <a:buSzPts val="2200"/>
              <a:buFont typeface="Arial"/>
              <a:buNone/>
            </a:pPr>
            <a:r>
              <a:rPr lang="en-US" sz="3000" b="1">
                <a:solidFill>
                  <a:schemeClr val="lt1"/>
                </a:solidFill>
                <a:latin typeface="Poppins"/>
                <a:ea typeface="Poppins"/>
                <a:cs typeface="Poppins"/>
                <a:sym typeface="Poppins"/>
              </a:rPr>
              <a:t>Kerangka Mindset–Action–Result (MAR)</a:t>
            </a:r>
            <a:endParaRPr sz="1800" b="0" i="0" u="none" strike="noStrike" cap="none">
              <a:solidFill>
                <a:schemeClr val="lt1"/>
              </a:solidFill>
              <a:latin typeface="Plus Jakarta Sans"/>
              <a:ea typeface="Plus Jakarta Sans"/>
              <a:cs typeface="Plus Jakarta Sans"/>
              <a:sym typeface="Plus Jakarta Sans"/>
            </a:endParaRPr>
          </a:p>
        </p:txBody>
      </p:sp>
      <p:sp>
        <p:nvSpPr>
          <p:cNvPr id="381" name="Google Shape;381;p53"/>
          <p:cNvSpPr txBox="1"/>
          <p:nvPr/>
        </p:nvSpPr>
        <p:spPr>
          <a:xfrm>
            <a:off x="378375" y="4589150"/>
            <a:ext cx="8513400" cy="5271900"/>
          </a:xfrm>
          <a:prstGeom prst="rect">
            <a:avLst/>
          </a:prstGeom>
          <a:solidFill>
            <a:srgbClr val="EEFBFF"/>
          </a:solidFill>
          <a:ln w="9525" cap="flat" cmpd="sng">
            <a:solidFill>
              <a:srgbClr val="0592D6"/>
            </a:solidFill>
            <a:prstDash val="solid"/>
            <a:round/>
            <a:headEnd type="none" w="sm" len="sm"/>
            <a:tailEnd type="none" w="sm" len="sm"/>
          </a:ln>
        </p:spPr>
        <p:txBody>
          <a:bodyPr spcFirstLastPara="1" wrap="square" lIns="137150" tIns="68550" rIns="137150" bIns="68550" anchor="t" anchorCtr="0">
            <a:noAutofit/>
          </a:bodyPr>
          <a:lstStyle/>
          <a:p>
            <a:pPr marL="0" lvl="0" indent="0" algn="l" rtl="0">
              <a:lnSpc>
                <a:spcPct val="115000"/>
              </a:lnSpc>
              <a:spcBef>
                <a:spcPts val="0"/>
              </a:spcBef>
              <a:spcAft>
                <a:spcPts val="0"/>
              </a:spcAft>
              <a:buNone/>
            </a:pPr>
            <a:r>
              <a:rPr lang="en-US" sz="2500">
                <a:solidFill>
                  <a:schemeClr val="dk1"/>
                </a:solidFill>
                <a:latin typeface="Plus Jakarta Sans"/>
                <a:ea typeface="Plus Jakarta Sans"/>
                <a:cs typeface="Plus Jakarta Sans"/>
                <a:sym typeface="Plus Jakarta Sans"/>
              </a:rPr>
              <a:t>Contoh MAR:</a:t>
            </a:r>
            <a:endParaRPr sz="2500">
              <a:solidFill>
                <a:schemeClr val="dk1"/>
              </a:solidFill>
              <a:latin typeface="Plus Jakarta Sans"/>
              <a:ea typeface="Plus Jakarta Sans"/>
              <a:cs typeface="Plus Jakarta Sans"/>
              <a:sym typeface="Plus Jakarta Sans"/>
            </a:endParaRPr>
          </a:p>
          <a:p>
            <a:pPr marL="0" lvl="0" indent="0" algn="l" rtl="0">
              <a:lnSpc>
                <a:spcPct val="115000"/>
              </a:lnSpc>
              <a:spcBef>
                <a:spcPts val="0"/>
              </a:spcBef>
              <a:spcAft>
                <a:spcPts val="0"/>
              </a:spcAft>
              <a:buNone/>
            </a:pPr>
            <a:endParaRPr sz="2500">
              <a:solidFill>
                <a:schemeClr val="dk1"/>
              </a:solidFill>
              <a:latin typeface="Plus Jakarta Sans"/>
              <a:ea typeface="Plus Jakarta Sans"/>
              <a:cs typeface="Plus Jakarta Sans"/>
              <a:sym typeface="Plus Jakarta Sans"/>
            </a:endParaRPr>
          </a:p>
          <a:p>
            <a:pPr marL="457200" lvl="0" indent="-387350" algn="l" rtl="0">
              <a:lnSpc>
                <a:spcPct val="115000"/>
              </a:lnSpc>
              <a:spcBef>
                <a:spcPts val="0"/>
              </a:spcBef>
              <a:spcAft>
                <a:spcPts val="0"/>
              </a:spcAft>
              <a:buClr>
                <a:schemeClr val="dk1"/>
              </a:buClr>
              <a:buSzPts val="2500"/>
              <a:buFont typeface="Plus Jakarta Sans"/>
              <a:buChar char="●"/>
            </a:pPr>
            <a:r>
              <a:rPr lang="en-US" sz="2500" b="1">
                <a:solidFill>
                  <a:schemeClr val="dk1"/>
                </a:solidFill>
                <a:latin typeface="Plus Jakarta Sans"/>
                <a:ea typeface="Plus Jakarta Sans"/>
                <a:cs typeface="Plus Jakarta Sans"/>
                <a:sym typeface="Plus Jakarta Sans"/>
              </a:rPr>
              <a:t>Mindset:</a:t>
            </a:r>
            <a:r>
              <a:rPr lang="en-US" sz="2500">
                <a:solidFill>
                  <a:schemeClr val="dk1"/>
                </a:solidFill>
                <a:latin typeface="Plus Jakarta Sans"/>
                <a:ea typeface="Plus Jakarta Sans"/>
                <a:cs typeface="Plus Jakarta Sans"/>
                <a:sym typeface="Plus Jakarta Sans"/>
              </a:rPr>
              <a:t> “Saya percaya saya bisa belajar mengelola kelas dengan lebih baik.”</a:t>
            </a:r>
            <a:endParaRPr sz="2500">
              <a:solidFill>
                <a:schemeClr val="dk1"/>
              </a:solidFill>
              <a:latin typeface="Plus Jakarta Sans"/>
              <a:ea typeface="Plus Jakarta Sans"/>
              <a:cs typeface="Plus Jakarta Sans"/>
              <a:sym typeface="Plus Jakarta Sans"/>
            </a:endParaRPr>
          </a:p>
          <a:p>
            <a:pPr marL="457200" lvl="0" indent="-387350" algn="l" rtl="0">
              <a:lnSpc>
                <a:spcPct val="115000"/>
              </a:lnSpc>
              <a:spcBef>
                <a:spcPts val="0"/>
              </a:spcBef>
              <a:spcAft>
                <a:spcPts val="0"/>
              </a:spcAft>
              <a:buClr>
                <a:schemeClr val="dk1"/>
              </a:buClr>
              <a:buSzPts val="2500"/>
              <a:buFont typeface="Plus Jakarta Sans"/>
              <a:buChar char="●"/>
            </a:pPr>
            <a:r>
              <a:rPr lang="en-US" sz="2500" b="1">
                <a:solidFill>
                  <a:schemeClr val="dk1"/>
                </a:solidFill>
                <a:latin typeface="Plus Jakarta Sans"/>
                <a:ea typeface="Plus Jakarta Sans"/>
                <a:cs typeface="Plus Jakarta Sans"/>
                <a:sym typeface="Plus Jakarta Sans"/>
              </a:rPr>
              <a:t>Action: </a:t>
            </a:r>
            <a:r>
              <a:rPr lang="en-US" sz="2500">
                <a:solidFill>
                  <a:schemeClr val="dk1"/>
                </a:solidFill>
                <a:latin typeface="Plus Jakarta Sans"/>
                <a:ea typeface="Plus Jakarta Sans"/>
                <a:cs typeface="Plus Jakarta Sans"/>
                <a:sym typeface="Plus Jakarta Sans"/>
              </a:rPr>
              <a:t>Mengikuti pelatihan manajemen kelas dan menerapkan teknik baru di ruang belajar.</a:t>
            </a:r>
            <a:endParaRPr sz="2500">
              <a:solidFill>
                <a:schemeClr val="dk1"/>
              </a:solidFill>
              <a:latin typeface="Plus Jakarta Sans"/>
              <a:ea typeface="Plus Jakarta Sans"/>
              <a:cs typeface="Plus Jakarta Sans"/>
              <a:sym typeface="Plus Jakarta Sans"/>
            </a:endParaRPr>
          </a:p>
          <a:p>
            <a:pPr marL="457200" lvl="0" indent="-387350" algn="l" rtl="0">
              <a:lnSpc>
                <a:spcPct val="115000"/>
              </a:lnSpc>
              <a:spcBef>
                <a:spcPts val="0"/>
              </a:spcBef>
              <a:spcAft>
                <a:spcPts val="0"/>
              </a:spcAft>
              <a:buClr>
                <a:schemeClr val="dk1"/>
              </a:buClr>
              <a:buSzPts val="2500"/>
              <a:buFont typeface="Plus Jakarta Sans"/>
              <a:buChar char="●"/>
            </a:pPr>
            <a:r>
              <a:rPr lang="en-US" sz="2500" b="1">
                <a:solidFill>
                  <a:schemeClr val="dk1"/>
                </a:solidFill>
                <a:latin typeface="Plus Jakarta Sans"/>
                <a:ea typeface="Plus Jakarta Sans"/>
                <a:cs typeface="Plus Jakarta Sans"/>
                <a:sym typeface="Plus Jakarta Sans"/>
              </a:rPr>
              <a:t>Result: </a:t>
            </a:r>
            <a:r>
              <a:rPr lang="en-US" sz="2500">
                <a:solidFill>
                  <a:schemeClr val="dk1"/>
                </a:solidFill>
                <a:latin typeface="Plus Jakarta Sans"/>
                <a:ea typeface="Plus Jakarta Sans"/>
                <a:cs typeface="Plus Jakarta Sans"/>
                <a:sym typeface="Plus Jakarta Sans"/>
              </a:rPr>
              <a:t>Suasana kelas menjadi lebih kondusif, murid lebih aktif, dan konflik berkurang.</a:t>
            </a:r>
            <a:endParaRPr sz="2500">
              <a:solidFill>
                <a:schemeClr val="dk1"/>
              </a:solidFill>
              <a:latin typeface="Plus Jakarta Sans"/>
              <a:ea typeface="Plus Jakarta Sans"/>
              <a:cs typeface="Plus Jakarta Sans"/>
              <a:sym typeface="Plus Jakarta Sans"/>
            </a:endParaRPr>
          </a:p>
        </p:txBody>
      </p:sp>
      <p:sp>
        <p:nvSpPr>
          <p:cNvPr id="382" name="Google Shape;382;p53"/>
          <p:cNvSpPr txBox="1"/>
          <p:nvPr/>
        </p:nvSpPr>
        <p:spPr>
          <a:xfrm>
            <a:off x="9341075" y="3510399"/>
            <a:ext cx="8394900" cy="817200"/>
          </a:xfrm>
          <a:prstGeom prst="rect">
            <a:avLst/>
          </a:prstGeom>
          <a:solidFill>
            <a:srgbClr val="0B5394"/>
          </a:solidFill>
          <a:ln w="9525" cap="flat" cmpd="sng">
            <a:solidFill>
              <a:srgbClr val="351C75"/>
            </a:solidFill>
            <a:prstDash val="solid"/>
            <a:round/>
            <a:headEnd type="none" w="sm" len="sm"/>
            <a:tailEnd type="none" w="sm" len="sm"/>
          </a:ln>
        </p:spPr>
        <p:txBody>
          <a:bodyPr spcFirstLastPara="1" wrap="square" lIns="137150" tIns="68550" rIns="137150" bIns="68550" anchor="ctr" anchorCtr="0">
            <a:normAutofit/>
          </a:bodyPr>
          <a:lstStyle/>
          <a:p>
            <a:pPr marL="0" marR="0" lvl="0" indent="0" algn="ctr" rtl="0">
              <a:lnSpc>
                <a:spcPct val="100000"/>
              </a:lnSpc>
              <a:spcBef>
                <a:spcPts val="0"/>
              </a:spcBef>
              <a:spcAft>
                <a:spcPts val="0"/>
              </a:spcAft>
              <a:buClr>
                <a:schemeClr val="dk1"/>
              </a:buClr>
              <a:buSzPts val="2200"/>
              <a:buFont typeface="Arial"/>
              <a:buNone/>
            </a:pPr>
            <a:r>
              <a:rPr lang="en-US" sz="3000" b="1">
                <a:solidFill>
                  <a:schemeClr val="lt1"/>
                </a:solidFill>
                <a:latin typeface="Poppins"/>
                <a:ea typeface="Poppins"/>
                <a:cs typeface="Poppins"/>
                <a:sym typeface="Poppins"/>
              </a:rPr>
              <a:t>Mindset–Skillset–Toolset</a:t>
            </a:r>
            <a:endParaRPr sz="1800" b="0" i="0" u="none" strike="noStrike" cap="none">
              <a:solidFill>
                <a:schemeClr val="lt1"/>
              </a:solidFill>
              <a:latin typeface="Plus Jakarta Sans"/>
              <a:ea typeface="Plus Jakarta Sans"/>
              <a:cs typeface="Plus Jakarta Sans"/>
              <a:sym typeface="Plus Jakarta Sans"/>
            </a:endParaRPr>
          </a:p>
        </p:txBody>
      </p:sp>
      <p:sp>
        <p:nvSpPr>
          <p:cNvPr id="383" name="Google Shape;383;p53"/>
          <p:cNvSpPr txBox="1"/>
          <p:nvPr/>
        </p:nvSpPr>
        <p:spPr>
          <a:xfrm>
            <a:off x="9281825" y="4589150"/>
            <a:ext cx="8513400" cy="5271900"/>
          </a:xfrm>
          <a:prstGeom prst="rect">
            <a:avLst/>
          </a:prstGeom>
          <a:solidFill>
            <a:srgbClr val="EEFBFF"/>
          </a:solidFill>
          <a:ln w="9525" cap="flat" cmpd="sng">
            <a:solidFill>
              <a:srgbClr val="0592D6"/>
            </a:solidFill>
            <a:prstDash val="solid"/>
            <a:round/>
            <a:headEnd type="none" w="sm" len="sm"/>
            <a:tailEnd type="none" w="sm" len="sm"/>
          </a:ln>
        </p:spPr>
        <p:txBody>
          <a:bodyPr spcFirstLastPara="1" wrap="square" lIns="137150" tIns="68550" rIns="137150" bIns="68550" anchor="t" anchorCtr="0">
            <a:noAutofit/>
          </a:bodyPr>
          <a:lstStyle/>
          <a:p>
            <a:pPr marL="0" lvl="0" indent="0" algn="l" rtl="0">
              <a:spcBef>
                <a:spcPts val="0"/>
              </a:spcBef>
              <a:spcAft>
                <a:spcPts val="0"/>
              </a:spcAft>
              <a:buNone/>
            </a:pPr>
            <a:r>
              <a:rPr lang="en-US" sz="2500">
                <a:solidFill>
                  <a:schemeClr val="dk1"/>
                </a:solidFill>
                <a:latin typeface="Plus Jakarta Sans"/>
                <a:ea typeface="Plus Jakarta Sans"/>
                <a:cs typeface="Plus Jakarta Sans"/>
                <a:sym typeface="Plus Jakarta Sans"/>
              </a:rPr>
              <a:t>Contoh:</a:t>
            </a:r>
            <a:endParaRPr sz="2500">
              <a:solidFill>
                <a:schemeClr val="dk1"/>
              </a:solidFill>
              <a:latin typeface="Plus Jakarta Sans"/>
              <a:ea typeface="Plus Jakarta Sans"/>
              <a:cs typeface="Plus Jakarta Sans"/>
              <a:sym typeface="Plus Jakarta Sans"/>
            </a:endParaRPr>
          </a:p>
          <a:p>
            <a:pPr marL="0" lvl="0" indent="0" algn="l" rtl="0">
              <a:spcBef>
                <a:spcPts val="0"/>
              </a:spcBef>
              <a:spcAft>
                <a:spcPts val="0"/>
              </a:spcAft>
              <a:buNone/>
            </a:pPr>
            <a:endParaRPr sz="2500">
              <a:solidFill>
                <a:schemeClr val="dk1"/>
              </a:solidFill>
              <a:latin typeface="Plus Jakarta Sans"/>
              <a:ea typeface="Plus Jakarta Sans"/>
              <a:cs typeface="Plus Jakarta Sans"/>
              <a:sym typeface="Plus Jakarta Sans"/>
            </a:endParaRPr>
          </a:p>
          <a:p>
            <a:pPr marL="0" lvl="0" indent="0" algn="l" rtl="0">
              <a:lnSpc>
                <a:spcPct val="115000"/>
              </a:lnSpc>
              <a:spcBef>
                <a:spcPts val="0"/>
              </a:spcBef>
              <a:spcAft>
                <a:spcPts val="0"/>
              </a:spcAft>
              <a:buNone/>
            </a:pPr>
            <a:r>
              <a:rPr lang="en-US" sz="2500">
                <a:solidFill>
                  <a:schemeClr val="dk1"/>
                </a:solidFill>
                <a:latin typeface="Plus Jakarta Sans"/>
                <a:ea typeface="Plus Jakarta Sans"/>
                <a:cs typeface="Plus Jakarta Sans"/>
                <a:sym typeface="Plus Jakarta Sans"/>
              </a:rPr>
              <a:t>Guru percaya bahwa murid yang lambat memahami bukan berarti tidak cerdas (mindset), maka guru menggunakan kemampuan bertanya terbuka dan mendengarkan aktif (skillset), serta memanfaatkan media visual atau eksperimen sederhana (toolset).</a:t>
            </a:r>
            <a:endParaRPr sz="2500">
              <a:solidFill>
                <a:schemeClr val="dk1"/>
              </a:solidFill>
              <a:latin typeface="Plus Jakarta Sans"/>
              <a:ea typeface="Plus Jakarta Sans"/>
              <a:cs typeface="Plus Jakarta Sans"/>
              <a:sym typeface="Plus Jakart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54"/>
          <p:cNvSpPr txBox="1"/>
          <p:nvPr/>
        </p:nvSpPr>
        <p:spPr>
          <a:xfrm>
            <a:off x="1803000" y="218350"/>
            <a:ext cx="12998700" cy="8931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2060"/>
              </a:buClr>
              <a:buSzPts val="5400"/>
              <a:buFont typeface="Open Sans ExtraBold"/>
              <a:buNone/>
            </a:pPr>
            <a:r>
              <a:rPr lang="en-US" sz="4000">
                <a:solidFill>
                  <a:srgbClr val="002060"/>
                </a:solidFill>
                <a:latin typeface="Open Sans ExtraBold"/>
                <a:ea typeface="Open Sans ExtraBold"/>
                <a:cs typeface="Open Sans ExtraBold"/>
                <a:sym typeface="Open Sans ExtraBold"/>
              </a:rPr>
              <a:t>Pentingnya Growth Mindset bagi Guru</a:t>
            </a:r>
            <a:endParaRPr sz="4000" b="0" i="0" u="none" strike="noStrike" cap="none">
              <a:solidFill>
                <a:srgbClr val="000000"/>
              </a:solidFill>
              <a:latin typeface="Open Sans"/>
              <a:ea typeface="Open Sans"/>
              <a:cs typeface="Open Sans"/>
              <a:sym typeface="Open Sans"/>
            </a:endParaRPr>
          </a:p>
        </p:txBody>
      </p:sp>
      <p:grpSp>
        <p:nvGrpSpPr>
          <p:cNvPr id="389" name="Google Shape;389;p54"/>
          <p:cNvGrpSpPr/>
          <p:nvPr/>
        </p:nvGrpSpPr>
        <p:grpSpPr>
          <a:xfrm>
            <a:off x="0" y="45674"/>
            <a:ext cx="1923749" cy="1495147"/>
            <a:chOff x="-151896" y="-128007"/>
            <a:chExt cx="1282499" cy="996765"/>
          </a:xfrm>
        </p:grpSpPr>
        <p:sp>
          <p:nvSpPr>
            <p:cNvPr id="390" name="Google Shape;390;p54"/>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391" name="Google Shape;391;p54"/>
            <p:cNvGrpSpPr/>
            <p:nvPr/>
          </p:nvGrpSpPr>
          <p:grpSpPr>
            <a:xfrm>
              <a:off x="-151896" y="-128007"/>
              <a:ext cx="1282499" cy="996765"/>
              <a:chOff x="5908291" y="1447244"/>
              <a:chExt cx="4033016" cy="3338127"/>
            </a:xfrm>
          </p:grpSpPr>
          <p:pic>
            <p:nvPicPr>
              <p:cNvPr id="392" name="Google Shape;392;p54"/>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393" name="Google Shape;393;p54"/>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394" name="Google Shape;394;p54"/>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395" name="Google Shape;395;p54"/>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396" name="Google Shape;396;p54"/>
          <p:cNvPicPr preferRelativeResize="0"/>
          <p:nvPr/>
        </p:nvPicPr>
        <p:blipFill rotWithShape="1">
          <a:blip r:embed="rId7">
            <a:alphaModFix/>
          </a:blip>
          <a:srcRect l="4970"/>
          <a:stretch/>
        </p:blipFill>
        <p:spPr>
          <a:xfrm>
            <a:off x="16304700" y="245669"/>
            <a:ext cx="1916625" cy="628725"/>
          </a:xfrm>
          <a:prstGeom prst="rect">
            <a:avLst/>
          </a:prstGeom>
          <a:noFill/>
          <a:ln>
            <a:noFill/>
          </a:ln>
        </p:spPr>
      </p:pic>
      <p:sp>
        <p:nvSpPr>
          <p:cNvPr id="397" name="Google Shape;397;p54"/>
          <p:cNvSpPr/>
          <p:nvPr/>
        </p:nvSpPr>
        <p:spPr>
          <a:xfrm>
            <a:off x="378375" y="1655375"/>
            <a:ext cx="17357700" cy="7969500"/>
          </a:xfrm>
          <a:prstGeom prst="roundRect">
            <a:avLst>
              <a:gd name="adj" fmla="val 16667"/>
            </a:avLst>
          </a:prstGeom>
          <a:solidFill>
            <a:srgbClr val="EEFBFF"/>
          </a:solid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US" sz="3000" b="1">
                <a:latin typeface="Proxima Nova"/>
                <a:ea typeface="Proxima Nova"/>
                <a:cs typeface="Proxima Nova"/>
                <a:sym typeface="Proxima Nova"/>
              </a:rPr>
              <a:t>Guru dengan Growth Mindset akan:</a:t>
            </a:r>
            <a:endParaRPr sz="3000" b="1">
              <a:latin typeface="Proxima Nova"/>
              <a:ea typeface="Proxima Nova"/>
              <a:cs typeface="Proxima Nova"/>
              <a:sym typeface="Proxima Nova"/>
            </a:endParaRPr>
          </a:p>
          <a:p>
            <a:pPr marL="457200" lvl="0" indent="-406400" algn="l" rtl="0">
              <a:lnSpc>
                <a:spcPct val="150000"/>
              </a:lnSpc>
              <a:spcBef>
                <a:spcPts val="0"/>
              </a:spcBef>
              <a:spcAft>
                <a:spcPts val="0"/>
              </a:spcAft>
              <a:buSzPts val="2800"/>
              <a:buFont typeface="Proxima Nova"/>
              <a:buChar char="●"/>
            </a:pPr>
            <a:r>
              <a:rPr lang="en-US" sz="2800">
                <a:latin typeface="Proxima Nova"/>
                <a:ea typeface="Proxima Nova"/>
                <a:cs typeface="Proxima Nova"/>
                <a:sym typeface="Proxima Nova"/>
              </a:rPr>
              <a:t>Mampu melihat </a:t>
            </a:r>
            <a:r>
              <a:rPr lang="en-US" sz="2800" b="1">
                <a:latin typeface="Proxima Nova"/>
                <a:ea typeface="Proxima Nova"/>
                <a:cs typeface="Proxima Nova"/>
                <a:sym typeface="Proxima Nova"/>
              </a:rPr>
              <a:t>potensi</a:t>
            </a:r>
            <a:r>
              <a:rPr lang="en-US" sz="2800">
                <a:latin typeface="Proxima Nova"/>
                <a:ea typeface="Proxima Nova"/>
                <a:cs typeface="Proxima Nova"/>
                <a:sym typeface="Proxima Nova"/>
              </a:rPr>
              <a:t> dalam setiap murid, </a:t>
            </a:r>
            <a:r>
              <a:rPr lang="en-US" sz="2800" b="1">
                <a:latin typeface="Proxima Nova"/>
                <a:ea typeface="Proxima Nova"/>
                <a:cs typeface="Proxima Nova"/>
                <a:sym typeface="Proxima Nova"/>
              </a:rPr>
              <a:t>bukan hanya prestasi akademik.</a:t>
            </a:r>
            <a:endParaRPr sz="2800" b="1">
              <a:latin typeface="Proxima Nova"/>
              <a:ea typeface="Proxima Nova"/>
              <a:cs typeface="Proxima Nova"/>
              <a:sym typeface="Proxima Nova"/>
            </a:endParaRPr>
          </a:p>
          <a:p>
            <a:pPr marL="457200" lvl="0" indent="-406400" algn="l" rtl="0">
              <a:lnSpc>
                <a:spcPct val="150000"/>
              </a:lnSpc>
              <a:spcBef>
                <a:spcPts val="0"/>
              </a:spcBef>
              <a:spcAft>
                <a:spcPts val="0"/>
              </a:spcAft>
              <a:buSzPts val="2800"/>
              <a:buFont typeface="Proxima Nova"/>
              <a:buChar char="●"/>
            </a:pPr>
            <a:r>
              <a:rPr lang="en-US" sz="2800">
                <a:latin typeface="Proxima Nova"/>
                <a:ea typeface="Proxima Nova"/>
                <a:cs typeface="Proxima Nova"/>
                <a:sym typeface="Proxima Nova"/>
              </a:rPr>
              <a:t>Fokus pada </a:t>
            </a:r>
            <a:r>
              <a:rPr lang="en-US" sz="2800" b="1">
                <a:latin typeface="Proxima Nova"/>
                <a:ea typeface="Proxima Nova"/>
                <a:cs typeface="Proxima Nova"/>
                <a:sym typeface="Proxima Nova"/>
              </a:rPr>
              <a:t>proses</a:t>
            </a:r>
            <a:r>
              <a:rPr lang="en-US" sz="2800">
                <a:latin typeface="Proxima Nova"/>
                <a:ea typeface="Proxima Nova"/>
                <a:cs typeface="Proxima Nova"/>
                <a:sym typeface="Proxima Nova"/>
              </a:rPr>
              <a:t>, bukan hasil.</a:t>
            </a:r>
            <a:endParaRPr sz="2800">
              <a:latin typeface="Proxima Nova"/>
              <a:ea typeface="Proxima Nova"/>
              <a:cs typeface="Proxima Nova"/>
              <a:sym typeface="Proxima Nova"/>
            </a:endParaRPr>
          </a:p>
          <a:p>
            <a:pPr marL="457200" lvl="0" indent="-406400" algn="l" rtl="0">
              <a:lnSpc>
                <a:spcPct val="150000"/>
              </a:lnSpc>
              <a:spcBef>
                <a:spcPts val="0"/>
              </a:spcBef>
              <a:spcAft>
                <a:spcPts val="0"/>
              </a:spcAft>
              <a:buSzPts val="2800"/>
              <a:buFont typeface="Proxima Nova"/>
              <a:buChar char="●"/>
            </a:pPr>
            <a:r>
              <a:rPr lang="en-US" sz="2800">
                <a:latin typeface="Proxima Nova"/>
                <a:ea typeface="Proxima Nova"/>
                <a:cs typeface="Proxima Nova"/>
                <a:sym typeface="Proxima Nova"/>
              </a:rPr>
              <a:t>Memandang tantangan dan kegagalan sebagai </a:t>
            </a:r>
            <a:r>
              <a:rPr lang="en-US" sz="2800" b="1">
                <a:latin typeface="Proxima Nova"/>
                <a:ea typeface="Proxima Nova"/>
                <a:cs typeface="Proxima Nova"/>
                <a:sym typeface="Proxima Nova"/>
              </a:rPr>
              <a:t>peluang untuk perbaikan</a:t>
            </a:r>
            <a:endParaRPr sz="2800" b="1">
              <a:latin typeface="Proxima Nova"/>
              <a:ea typeface="Proxima Nova"/>
              <a:cs typeface="Proxima Nova"/>
              <a:sym typeface="Proxima Nova"/>
            </a:endParaRPr>
          </a:p>
          <a:p>
            <a:pPr marL="457200" lvl="0" indent="-406400" algn="l" rtl="0">
              <a:lnSpc>
                <a:spcPct val="150000"/>
              </a:lnSpc>
              <a:spcBef>
                <a:spcPts val="0"/>
              </a:spcBef>
              <a:spcAft>
                <a:spcPts val="0"/>
              </a:spcAft>
              <a:buSzPts val="2800"/>
              <a:buFont typeface="Proxima Nova"/>
              <a:buChar char="●"/>
            </a:pPr>
            <a:r>
              <a:rPr lang="en-US" sz="2800">
                <a:latin typeface="Proxima Nova"/>
                <a:ea typeface="Proxima Nova"/>
                <a:cs typeface="Proxima Nova"/>
                <a:sym typeface="Proxima Nova"/>
              </a:rPr>
              <a:t>Membangun budaya belajar yang </a:t>
            </a:r>
            <a:r>
              <a:rPr lang="en-US" sz="2800" b="1">
                <a:latin typeface="Proxima Nova"/>
                <a:ea typeface="Proxima Nova"/>
                <a:cs typeface="Proxima Nova"/>
                <a:sym typeface="Proxima Nova"/>
              </a:rPr>
              <a:t>aman dan mendukung.</a:t>
            </a:r>
            <a:endParaRPr sz="2800" b="1">
              <a:latin typeface="Proxima Nova"/>
              <a:ea typeface="Proxima Nova"/>
              <a:cs typeface="Proxima Nova"/>
              <a:sym typeface="Proxima Nova"/>
            </a:endParaRPr>
          </a:p>
          <a:p>
            <a:pPr marL="457200" lvl="0" indent="-406400" algn="l" rtl="0">
              <a:lnSpc>
                <a:spcPct val="150000"/>
              </a:lnSpc>
              <a:spcBef>
                <a:spcPts val="0"/>
              </a:spcBef>
              <a:spcAft>
                <a:spcPts val="0"/>
              </a:spcAft>
              <a:buSzPts val="2800"/>
              <a:buFont typeface="Proxima Nova"/>
              <a:buChar char="●"/>
            </a:pPr>
            <a:r>
              <a:rPr lang="en-US" sz="2800">
                <a:latin typeface="Proxima Nova"/>
                <a:ea typeface="Proxima Nova"/>
                <a:cs typeface="Proxima Nova"/>
                <a:sym typeface="Proxima Nova"/>
              </a:rPr>
              <a:t>Terus </a:t>
            </a:r>
            <a:r>
              <a:rPr lang="en-US" sz="2800" b="1">
                <a:latin typeface="Proxima Nova"/>
                <a:ea typeface="Proxima Nova"/>
                <a:cs typeface="Proxima Nova"/>
                <a:sym typeface="Proxima Nova"/>
              </a:rPr>
              <a:t>belajar, merefleksi, </a:t>
            </a:r>
            <a:r>
              <a:rPr lang="en-US" sz="2800">
                <a:latin typeface="Proxima Nova"/>
                <a:ea typeface="Proxima Nova"/>
                <a:cs typeface="Proxima Nova"/>
                <a:sym typeface="Proxima Nova"/>
              </a:rPr>
              <a:t>dan tumbuh sebagai pembelajar seumur hidup.</a:t>
            </a:r>
            <a:endParaRPr sz="2800" b="1">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5"/>
          <p:cNvSpPr txBox="1"/>
          <p:nvPr/>
        </p:nvSpPr>
        <p:spPr>
          <a:xfrm>
            <a:off x="1803000" y="218350"/>
            <a:ext cx="12998700" cy="8931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2060"/>
              </a:buClr>
              <a:buSzPts val="5400"/>
              <a:buFont typeface="Open Sans ExtraBold"/>
              <a:buNone/>
            </a:pPr>
            <a:r>
              <a:rPr lang="en-US" sz="4000">
                <a:solidFill>
                  <a:srgbClr val="002060"/>
                </a:solidFill>
                <a:latin typeface="Open Sans ExtraBold"/>
                <a:ea typeface="Open Sans ExtraBold"/>
                <a:cs typeface="Open Sans ExtraBold"/>
                <a:sym typeface="Open Sans ExtraBold"/>
              </a:rPr>
              <a:t>Tantangan dalam Menerapkan Growth Mindset</a:t>
            </a:r>
            <a:endParaRPr sz="4000" b="0" i="0" u="none" strike="noStrike" cap="none">
              <a:solidFill>
                <a:srgbClr val="000000"/>
              </a:solidFill>
              <a:latin typeface="Open Sans"/>
              <a:ea typeface="Open Sans"/>
              <a:cs typeface="Open Sans"/>
              <a:sym typeface="Open Sans"/>
            </a:endParaRPr>
          </a:p>
        </p:txBody>
      </p:sp>
      <p:grpSp>
        <p:nvGrpSpPr>
          <p:cNvPr id="403" name="Google Shape;403;p55"/>
          <p:cNvGrpSpPr/>
          <p:nvPr/>
        </p:nvGrpSpPr>
        <p:grpSpPr>
          <a:xfrm>
            <a:off x="0" y="45674"/>
            <a:ext cx="1923749" cy="1495147"/>
            <a:chOff x="-151896" y="-128007"/>
            <a:chExt cx="1282499" cy="996765"/>
          </a:xfrm>
        </p:grpSpPr>
        <p:sp>
          <p:nvSpPr>
            <p:cNvPr id="404" name="Google Shape;404;p55"/>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405" name="Google Shape;405;p55"/>
            <p:cNvGrpSpPr/>
            <p:nvPr/>
          </p:nvGrpSpPr>
          <p:grpSpPr>
            <a:xfrm>
              <a:off x="-151896" y="-128007"/>
              <a:ext cx="1282499" cy="996765"/>
              <a:chOff x="5908291" y="1447244"/>
              <a:chExt cx="4033016" cy="3338127"/>
            </a:xfrm>
          </p:grpSpPr>
          <p:pic>
            <p:nvPicPr>
              <p:cNvPr id="406" name="Google Shape;406;p55"/>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407" name="Google Shape;407;p55"/>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408" name="Google Shape;408;p55"/>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409" name="Google Shape;409;p55"/>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410" name="Google Shape;410;p55"/>
          <p:cNvPicPr preferRelativeResize="0"/>
          <p:nvPr/>
        </p:nvPicPr>
        <p:blipFill rotWithShape="1">
          <a:blip r:embed="rId7">
            <a:alphaModFix/>
          </a:blip>
          <a:srcRect l="4970"/>
          <a:stretch/>
        </p:blipFill>
        <p:spPr>
          <a:xfrm>
            <a:off x="16304700" y="245669"/>
            <a:ext cx="1916625" cy="628725"/>
          </a:xfrm>
          <a:prstGeom prst="rect">
            <a:avLst/>
          </a:prstGeom>
          <a:noFill/>
          <a:ln>
            <a:noFill/>
          </a:ln>
        </p:spPr>
      </p:pic>
      <p:sp>
        <p:nvSpPr>
          <p:cNvPr id="411" name="Google Shape;411;p55"/>
          <p:cNvSpPr/>
          <p:nvPr/>
        </p:nvSpPr>
        <p:spPr>
          <a:xfrm>
            <a:off x="378375" y="1655375"/>
            <a:ext cx="17357700" cy="7969500"/>
          </a:xfrm>
          <a:prstGeom prst="roundRect">
            <a:avLst>
              <a:gd name="adj" fmla="val 16667"/>
            </a:avLst>
          </a:prstGeom>
          <a:solidFill>
            <a:srgbClr val="EEFBFF"/>
          </a:solidFill>
          <a:ln>
            <a:noFill/>
          </a:ln>
        </p:spPr>
        <p:txBody>
          <a:bodyPr spcFirstLastPara="1" wrap="square" lIns="91425" tIns="91425" rIns="91425" bIns="91425" anchor="t" anchorCtr="0">
            <a:noAutofit/>
          </a:bodyPr>
          <a:lstStyle/>
          <a:p>
            <a:pPr marL="457200" lvl="0" indent="0" algn="l" rtl="0">
              <a:lnSpc>
                <a:spcPct val="150000"/>
              </a:lnSpc>
              <a:spcBef>
                <a:spcPts val="0"/>
              </a:spcBef>
              <a:spcAft>
                <a:spcPts val="0"/>
              </a:spcAft>
              <a:buClr>
                <a:schemeClr val="dk1"/>
              </a:buClr>
              <a:buSzPts val="1100"/>
              <a:buFont typeface="Arial"/>
              <a:buNone/>
            </a:pPr>
            <a:r>
              <a:rPr lang="en-US" sz="3000" b="1">
                <a:latin typeface="Proxima Nova"/>
                <a:ea typeface="Proxima Nova"/>
                <a:cs typeface="Proxima Nova"/>
                <a:sym typeface="Proxima Nova"/>
              </a:rPr>
              <a:t>Tantangan dalam Menerapkan Growth Mindset dalam pembelajaran</a:t>
            </a:r>
            <a:endParaRPr sz="3000" b="1">
              <a:latin typeface="Proxima Nova"/>
              <a:ea typeface="Proxima Nova"/>
              <a:cs typeface="Proxima Nova"/>
              <a:sym typeface="Proxima Nova"/>
            </a:endParaRPr>
          </a:p>
          <a:p>
            <a:pPr marL="914400" lvl="0" indent="-406400" algn="l" rtl="0">
              <a:lnSpc>
                <a:spcPct val="150000"/>
              </a:lnSpc>
              <a:spcBef>
                <a:spcPts val="0"/>
              </a:spcBef>
              <a:spcAft>
                <a:spcPts val="0"/>
              </a:spcAft>
              <a:buSzPts val="2800"/>
              <a:buFont typeface="Proxima Nova"/>
              <a:buChar char="●"/>
            </a:pPr>
            <a:r>
              <a:rPr lang="en-US" sz="2800">
                <a:latin typeface="Proxima Nova"/>
                <a:ea typeface="Proxima Nova"/>
                <a:cs typeface="Proxima Nova"/>
                <a:sym typeface="Proxima Nova"/>
              </a:rPr>
              <a:t>Budaya sekolah yang masih </a:t>
            </a:r>
            <a:r>
              <a:rPr lang="en-US" sz="2800" b="1">
                <a:latin typeface="Proxima Nova"/>
                <a:ea typeface="Proxima Nova"/>
                <a:cs typeface="Proxima Nova"/>
                <a:sym typeface="Proxima Nova"/>
              </a:rPr>
              <a:t>menekankan ranking dan nilai.</a:t>
            </a:r>
            <a:endParaRPr sz="2800" b="1">
              <a:latin typeface="Proxima Nova"/>
              <a:ea typeface="Proxima Nova"/>
              <a:cs typeface="Proxima Nova"/>
              <a:sym typeface="Proxima Nova"/>
            </a:endParaRPr>
          </a:p>
          <a:p>
            <a:pPr marL="914400" lvl="0" indent="-406400" algn="l" rtl="0">
              <a:lnSpc>
                <a:spcPct val="150000"/>
              </a:lnSpc>
              <a:spcBef>
                <a:spcPts val="0"/>
              </a:spcBef>
              <a:spcAft>
                <a:spcPts val="0"/>
              </a:spcAft>
              <a:buSzPts val="2800"/>
              <a:buFont typeface="Proxima Nova"/>
              <a:buChar char="●"/>
            </a:pPr>
            <a:r>
              <a:rPr lang="en-US" sz="2800" b="1">
                <a:latin typeface="Proxima Nova"/>
                <a:ea typeface="Proxima Nova"/>
                <a:cs typeface="Proxima Nova"/>
                <a:sym typeface="Proxima Nova"/>
              </a:rPr>
              <a:t>Tekanan administratif </a:t>
            </a:r>
            <a:r>
              <a:rPr lang="en-US" sz="2800">
                <a:latin typeface="Proxima Nova"/>
                <a:ea typeface="Proxima Nova"/>
                <a:cs typeface="Proxima Nova"/>
                <a:sym typeface="Proxima Nova"/>
              </a:rPr>
              <a:t>dan beban kerja guru.</a:t>
            </a:r>
            <a:endParaRPr sz="2800">
              <a:latin typeface="Proxima Nova"/>
              <a:ea typeface="Proxima Nova"/>
              <a:cs typeface="Proxima Nova"/>
              <a:sym typeface="Proxima Nova"/>
            </a:endParaRPr>
          </a:p>
          <a:p>
            <a:pPr marL="914400" lvl="0" indent="-406400" algn="l" rtl="0">
              <a:lnSpc>
                <a:spcPct val="150000"/>
              </a:lnSpc>
              <a:spcBef>
                <a:spcPts val="0"/>
              </a:spcBef>
              <a:spcAft>
                <a:spcPts val="0"/>
              </a:spcAft>
              <a:buSzPts val="2800"/>
              <a:buFont typeface="Proxima Nova"/>
              <a:buChar char="●"/>
            </a:pPr>
            <a:r>
              <a:rPr lang="en-US" sz="2800">
                <a:latin typeface="Proxima Nova"/>
                <a:ea typeface="Proxima Nova"/>
                <a:cs typeface="Proxima Nova"/>
                <a:sym typeface="Proxima Nova"/>
              </a:rPr>
              <a:t>Kurangnya pemahaman bahwa </a:t>
            </a:r>
            <a:r>
              <a:rPr lang="en-US" sz="2800" b="1">
                <a:latin typeface="Proxima Nova"/>
                <a:ea typeface="Proxima Nova"/>
                <a:cs typeface="Proxima Nova"/>
                <a:sym typeface="Proxima Nova"/>
              </a:rPr>
              <a:t>mindset bisa diubah.</a:t>
            </a:r>
            <a:endParaRPr sz="2800" b="1">
              <a:latin typeface="Proxima Nova"/>
              <a:ea typeface="Proxima Nova"/>
              <a:cs typeface="Proxima Nova"/>
              <a:sym typeface="Proxima Nova"/>
            </a:endParaRPr>
          </a:p>
          <a:p>
            <a:pPr marL="914400" lvl="0" indent="-406400" algn="l" rtl="0">
              <a:lnSpc>
                <a:spcPct val="150000"/>
              </a:lnSpc>
              <a:spcBef>
                <a:spcPts val="0"/>
              </a:spcBef>
              <a:spcAft>
                <a:spcPts val="0"/>
              </a:spcAft>
              <a:buSzPts val="2800"/>
              <a:buFont typeface="Proxima Nova"/>
              <a:buChar char="●"/>
            </a:pPr>
            <a:r>
              <a:rPr lang="en-US" sz="2800">
                <a:latin typeface="Proxima Nova"/>
                <a:ea typeface="Proxima Nova"/>
                <a:cs typeface="Proxima Nova"/>
                <a:sym typeface="Proxima Nova"/>
              </a:rPr>
              <a:t>Adanya stereotip tentang murid </a:t>
            </a:r>
            <a:r>
              <a:rPr lang="en-US" sz="2800" b="1">
                <a:latin typeface="Proxima Nova"/>
                <a:ea typeface="Proxima Nova"/>
                <a:cs typeface="Proxima Nova"/>
                <a:sym typeface="Proxima Nova"/>
              </a:rPr>
              <a:t>“pintar” dan “tidak pintar”.</a:t>
            </a:r>
            <a:endParaRPr sz="2800" b="1">
              <a:latin typeface="Proxima Nova"/>
              <a:ea typeface="Proxima Nova"/>
              <a:cs typeface="Proxima Nova"/>
              <a:sym typeface="Proxima Nova"/>
            </a:endParaRPr>
          </a:p>
          <a:p>
            <a:pPr marL="914400" lvl="0" indent="-406400" algn="l" rtl="0">
              <a:lnSpc>
                <a:spcPct val="150000"/>
              </a:lnSpc>
              <a:spcBef>
                <a:spcPts val="0"/>
              </a:spcBef>
              <a:spcAft>
                <a:spcPts val="0"/>
              </a:spcAft>
              <a:buSzPts val="2800"/>
              <a:buFont typeface="Proxima Nova"/>
              <a:buChar char="●"/>
            </a:pPr>
            <a:r>
              <a:rPr lang="en-US" sz="2800">
                <a:latin typeface="Proxima Nova"/>
                <a:ea typeface="Proxima Nova"/>
                <a:cs typeface="Proxima Nova"/>
                <a:sym typeface="Proxima Nova"/>
              </a:rPr>
              <a:t>Guru sendiri </a:t>
            </a:r>
            <a:r>
              <a:rPr lang="en-US" sz="2800" b="1">
                <a:latin typeface="Proxima Nova"/>
                <a:ea typeface="Proxima Nova"/>
                <a:cs typeface="Proxima Nova"/>
                <a:sym typeface="Proxima Nova"/>
              </a:rPr>
              <a:t>belum merasa percaya diri </a:t>
            </a:r>
            <a:r>
              <a:rPr lang="en-US" sz="2800">
                <a:latin typeface="Proxima Nova"/>
                <a:ea typeface="Proxima Nova"/>
                <a:cs typeface="Proxima Nova"/>
                <a:sym typeface="Proxima Nova"/>
              </a:rPr>
              <a:t>untuk berubah.</a:t>
            </a:r>
            <a:endParaRPr sz="2800">
              <a:latin typeface="Proxima Nova"/>
              <a:ea typeface="Proxima Nova"/>
              <a:cs typeface="Proxima Nova"/>
              <a:sym typeface="Proxima Nova"/>
            </a:endParaRPr>
          </a:p>
          <a:p>
            <a:pPr marL="457200" lvl="0" indent="0" algn="l" rtl="0">
              <a:lnSpc>
                <a:spcPct val="150000"/>
              </a:lnSpc>
              <a:spcBef>
                <a:spcPts val="0"/>
              </a:spcBef>
              <a:spcAft>
                <a:spcPts val="0"/>
              </a:spcAft>
              <a:buNone/>
            </a:pPr>
            <a:endParaRPr sz="2800">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56"/>
          <p:cNvSpPr txBox="1"/>
          <p:nvPr/>
        </p:nvSpPr>
        <p:spPr>
          <a:xfrm>
            <a:off x="1803000" y="218350"/>
            <a:ext cx="12998700" cy="8931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2060"/>
              </a:buClr>
              <a:buSzPts val="5400"/>
              <a:buFont typeface="Open Sans ExtraBold"/>
              <a:buNone/>
            </a:pPr>
            <a:r>
              <a:rPr lang="en-US" sz="3500">
                <a:solidFill>
                  <a:srgbClr val="002060"/>
                </a:solidFill>
                <a:latin typeface="Open Sans ExtraBold"/>
                <a:ea typeface="Open Sans ExtraBold"/>
                <a:cs typeface="Open Sans ExtraBold"/>
                <a:sym typeface="Open Sans ExtraBold"/>
              </a:rPr>
              <a:t>Refleksi dan Menajamkan Pola Pikir Bertumbuh Guru</a:t>
            </a:r>
            <a:endParaRPr sz="3500" b="0" i="0" u="none" strike="noStrike" cap="none">
              <a:solidFill>
                <a:srgbClr val="000000"/>
              </a:solidFill>
              <a:latin typeface="Open Sans"/>
              <a:ea typeface="Open Sans"/>
              <a:cs typeface="Open Sans"/>
              <a:sym typeface="Open Sans"/>
            </a:endParaRPr>
          </a:p>
        </p:txBody>
      </p:sp>
      <p:grpSp>
        <p:nvGrpSpPr>
          <p:cNvPr id="417" name="Google Shape;417;p56"/>
          <p:cNvGrpSpPr/>
          <p:nvPr/>
        </p:nvGrpSpPr>
        <p:grpSpPr>
          <a:xfrm>
            <a:off x="0" y="45674"/>
            <a:ext cx="1923749" cy="1495147"/>
            <a:chOff x="-151896" y="-128007"/>
            <a:chExt cx="1282499" cy="996765"/>
          </a:xfrm>
        </p:grpSpPr>
        <p:sp>
          <p:nvSpPr>
            <p:cNvPr id="418" name="Google Shape;418;p56"/>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419" name="Google Shape;419;p56"/>
            <p:cNvGrpSpPr/>
            <p:nvPr/>
          </p:nvGrpSpPr>
          <p:grpSpPr>
            <a:xfrm>
              <a:off x="-151896" y="-128007"/>
              <a:ext cx="1282499" cy="996765"/>
              <a:chOff x="5908291" y="1447244"/>
              <a:chExt cx="4033016" cy="3338127"/>
            </a:xfrm>
          </p:grpSpPr>
          <p:pic>
            <p:nvPicPr>
              <p:cNvPr id="420" name="Google Shape;420;p56"/>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421" name="Google Shape;421;p56"/>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422" name="Google Shape;422;p56"/>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423" name="Google Shape;423;p56"/>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424" name="Google Shape;424;p56"/>
          <p:cNvPicPr preferRelativeResize="0"/>
          <p:nvPr/>
        </p:nvPicPr>
        <p:blipFill rotWithShape="1">
          <a:blip r:embed="rId7">
            <a:alphaModFix/>
          </a:blip>
          <a:srcRect l="4970"/>
          <a:stretch/>
        </p:blipFill>
        <p:spPr>
          <a:xfrm>
            <a:off x="16304700" y="245669"/>
            <a:ext cx="1916625" cy="628725"/>
          </a:xfrm>
          <a:prstGeom prst="rect">
            <a:avLst/>
          </a:prstGeom>
          <a:noFill/>
          <a:ln>
            <a:noFill/>
          </a:ln>
        </p:spPr>
      </p:pic>
      <p:sp>
        <p:nvSpPr>
          <p:cNvPr id="425" name="Google Shape;425;p56"/>
          <p:cNvSpPr/>
          <p:nvPr/>
        </p:nvSpPr>
        <p:spPr>
          <a:xfrm>
            <a:off x="378375" y="1655375"/>
            <a:ext cx="17357700" cy="7969500"/>
          </a:xfrm>
          <a:prstGeom prst="roundRect">
            <a:avLst>
              <a:gd name="adj" fmla="val 16667"/>
            </a:avLst>
          </a:prstGeom>
          <a:solidFill>
            <a:srgbClr val="EEFBFF"/>
          </a:solidFill>
          <a:ln>
            <a:noFill/>
          </a:ln>
        </p:spPr>
        <p:txBody>
          <a:bodyPr spcFirstLastPara="1" wrap="square" lIns="91425" tIns="91425" rIns="91425" bIns="91425" anchor="t" anchorCtr="0">
            <a:noAutofit/>
          </a:bodyPr>
          <a:lstStyle/>
          <a:p>
            <a:pPr marL="457200" lvl="0" indent="0" algn="l" rtl="0">
              <a:lnSpc>
                <a:spcPct val="150000"/>
              </a:lnSpc>
              <a:spcBef>
                <a:spcPts val="0"/>
              </a:spcBef>
              <a:spcAft>
                <a:spcPts val="0"/>
              </a:spcAft>
              <a:buNone/>
            </a:pPr>
            <a:r>
              <a:rPr lang="en-US" sz="3000" b="1">
                <a:latin typeface="Proxima Nova"/>
                <a:ea typeface="Proxima Nova"/>
                <a:cs typeface="Proxima Nova"/>
                <a:sym typeface="Proxima Nova"/>
              </a:rPr>
              <a:t>Untuk menerapkan Growth Mindset secara konsisten, guru perlu:</a:t>
            </a:r>
            <a:endParaRPr sz="3000" b="1">
              <a:latin typeface="Proxima Nova"/>
              <a:ea typeface="Proxima Nova"/>
              <a:cs typeface="Proxima Nova"/>
              <a:sym typeface="Proxima Nova"/>
            </a:endParaRPr>
          </a:p>
          <a:p>
            <a:pPr marL="1371600" lvl="0" indent="-406400" algn="l" rtl="0">
              <a:lnSpc>
                <a:spcPct val="150000"/>
              </a:lnSpc>
              <a:spcBef>
                <a:spcPts val="0"/>
              </a:spcBef>
              <a:spcAft>
                <a:spcPts val="0"/>
              </a:spcAft>
              <a:buSzPts val="2800"/>
              <a:buFont typeface="Proxima Nova"/>
              <a:buChar char="●"/>
            </a:pPr>
            <a:r>
              <a:rPr lang="en-US" sz="2800">
                <a:latin typeface="Proxima Nova"/>
                <a:ea typeface="Proxima Nova"/>
                <a:cs typeface="Proxima Nova"/>
                <a:sym typeface="Proxima Nova"/>
              </a:rPr>
              <a:t>Merefleksi ulang pengalaman pribadi belajar dan mengajar.</a:t>
            </a:r>
            <a:endParaRPr sz="2800">
              <a:latin typeface="Proxima Nova"/>
              <a:ea typeface="Proxima Nova"/>
              <a:cs typeface="Proxima Nova"/>
              <a:sym typeface="Proxima Nova"/>
            </a:endParaRPr>
          </a:p>
          <a:p>
            <a:pPr marL="1371600" lvl="0" indent="-406400" algn="l" rtl="0">
              <a:lnSpc>
                <a:spcPct val="150000"/>
              </a:lnSpc>
              <a:spcBef>
                <a:spcPts val="0"/>
              </a:spcBef>
              <a:spcAft>
                <a:spcPts val="0"/>
              </a:spcAft>
              <a:buSzPts val="2800"/>
              <a:buFont typeface="Proxima Nova"/>
              <a:buChar char="●"/>
            </a:pPr>
            <a:r>
              <a:rPr lang="en-US" sz="2800">
                <a:latin typeface="Proxima Nova"/>
                <a:ea typeface="Proxima Nova"/>
                <a:cs typeface="Proxima Nova"/>
                <a:sym typeface="Proxima Nova"/>
              </a:rPr>
              <a:t>Bertanya: “Apakah saya sudah memberi kesempatan murid belajar dari kesalahan?”</a:t>
            </a:r>
            <a:endParaRPr sz="2800">
              <a:latin typeface="Proxima Nova"/>
              <a:ea typeface="Proxima Nova"/>
              <a:cs typeface="Proxima Nova"/>
              <a:sym typeface="Proxima Nova"/>
            </a:endParaRPr>
          </a:p>
          <a:p>
            <a:pPr marL="1371600" lvl="0" indent="-406400" algn="l" rtl="0">
              <a:lnSpc>
                <a:spcPct val="150000"/>
              </a:lnSpc>
              <a:spcBef>
                <a:spcPts val="0"/>
              </a:spcBef>
              <a:spcAft>
                <a:spcPts val="0"/>
              </a:spcAft>
              <a:buSzPts val="2800"/>
              <a:buFont typeface="Proxima Nova"/>
              <a:buChar char="●"/>
            </a:pPr>
            <a:r>
              <a:rPr lang="en-US" sz="2800">
                <a:latin typeface="Proxima Nova"/>
                <a:ea typeface="Proxima Nova"/>
                <a:cs typeface="Proxima Nova"/>
                <a:sym typeface="Proxima Nova"/>
              </a:rPr>
              <a:t>Terus Evaluasi praktik baik dan tantangan secara rutin.</a:t>
            </a:r>
            <a:endParaRPr sz="2800">
              <a:latin typeface="Proxima Nova"/>
              <a:ea typeface="Proxima Nova"/>
              <a:cs typeface="Proxima Nova"/>
              <a:sym typeface="Proxima Nova"/>
            </a:endParaRPr>
          </a:p>
          <a:p>
            <a:pPr marL="1371600" lvl="0" indent="-406400" algn="l" rtl="0">
              <a:lnSpc>
                <a:spcPct val="150000"/>
              </a:lnSpc>
              <a:spcBef>
                <a:spcPts val="0"/>
              </a:spcBef>
              <a:spcAft>
                <a:spcPts val="0"/>
              </a:spcAft>
              <a:buSzPts val="2800"/>
              <a:buFont typeface="Proxima Nova"/>
              <a:buChar char="●"/>
            </a:pPr>
            <a:r>
              <a:rPr lang="en-US" sz="2800">
                <a:latin typeface="Proxima Nova"/>
                <a:ea typeface="Proxima Nova"/>
                <a:cs typeface="Proxima Nova"/>
                <a:sym typeface="Proxima Nova"/>
              </a:rPr>
              <a:t>Berjejaring dengan guru lain untuk saling belajar.</a:t>
            </a:r>
            <a:endParaRPr sz="2800">
              <a:latin typeface="Proxima Nova"/>
              <a:ea typeface="Proxima Nova"/>
              <a:cs typeface="Proxima Nova"/>
              <a:sym typeface="Proxima Nova"/>
            </a:endParaRPr>
          </a:p>
          <a:p>
            <a:pPr marL="457200" lvl="0" indent="0" algn="l" rtl="0">
              <a:lnSpc>
                <a:spcPct val="150000"/>
              </a:lnSpc>
              <a:spcBef>
                <a:spcPts val="0"/>
              </a:spcBef>
              <a:spcAft>
                <a:spcPts val="0"/>
              </a:spcAft>
              <a:buNone/>
            </a:pPr>
            <a:endParaRPr sz="2800">
              <a:latin typeface="Proxima Nova"/>
              <a:ea typeface="Proxima Nova"/>
              <a:cs typeface="Proxima Nova"/>
              <a:sym typeface="Proxima Nova"/>
            </a:endParaRPr>
          </a:p>
        </p:txBody>
      </p:sp>
      <p:sp>
        <p:nvSpPr>
          <p:cNvPr id="426" name="Google Shape;426;p56"/>
          <p:cNvSpPr/>
          <p:nvPr/>
        </p:nvSpPr>
        <p:spPr>
          <a:xfrm>
            <a:off x="6621525" y="5959375"/>
            <a:ext cx="11114400" cy="3334500"/>
          </a:xfrm>
          <a:prstGeom prst="rect">
            <a:avLst/>
          </a:prstGeom>
          <a:solidFill>
            <a:srgbClr val="5390C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2400" b="1">
                <a:solidFill>
                  <a:schemeClr val="dk1"/>
                </a:solidFill>
                <a:latin typeface="Proxima Nova"/>
                <a:ea typeface="Proxima Nova"/>
                <a:cs typeface="Proxima Nova"/>
                <a:sym typeface="Proxima Nova"/>
              </a:rPr>
              <a:t>MARI LAKUKAN</a:t>
            </a:r>
            <a:endParaRPr sz="2400" b="1">
              <a:solidFill>
                <a:schemeClr val="dk1"/>
              </a:solidFill>
              <a:latin typeface="Proxima Nova"/>
              <a:ea typeface="Proxima Nova"/>
              <a:cs typeface="Proxima Nova"/>
              <a:sym typeface="Proxima Nova"/>
            </a:endParaRPr>
          </a:p>
          <a:p>
            <a:pPr marL="0" lvl="0" indent="0" algn="l" rtl="0">
              <a:lnSpc>
                <a:spcPct val="115000"/>
              </a:lnSpc>
              <a:spcBef>
                <a:spcPts val="1200"/>
              </a:spcBef>
              <a:spcAft>
                <a:spcPts val="1200"/>
              </a:spcAft>
              <a:buNone/>
            </a:pPr>
            <a:r>
              <a:rPr lang="en-US" sz="2400">
                <a:solidFill>
                  <a:schemeClr val="dk1"/>
                </a:solidFill>
                <a:latin typeface="Proxima Nova"/>
                <a:ea typeface="Proxima Nova"/>
                <a:cs typeface="Proxima Nova"/>
                <a:sym typeface="Proxima Nova"/>
              </a:rPr>
              <a:t>Silakan kerjakan bagian </a:t>
            </a:r>
            <a:r>
              <a:rPr lang="en-US" sz="2400" b="1">
                <a:solidFill>
                  <a:schemeClr val="dk1"/>
                </a:solidFill>
                <a:latin typeface="Proxima Nova"/>
                <a:ea typeface="Proxima Nova"/>
                <a:cs typeface="Proxima Nova"/>
                <a:sym typeface="Proxima Nova"/>
              </a:rPr>
              <a:t>Kegiatan Pembelajaran</a:t>
            </a:r>
            <a:r>
              <a:rPr lang="en-US" sz="2400">
                <a:solidFill>
                  <a:schemeClr val="dk1"/>
                </a:solidFill>
                <a:latin typeface="Proxima Nova"/>
                <a:ea typeface="Proxima Nova"/>
                <a:cs typeface="Proxima Nova"/>
                <a:sym typeface="Proxima Nova"/>
              </a:rPr>
              <a:t> dan </a:t>
            </a:r>
            <a:r>
              <a:rPr lang="en-US" sz="2400" b="1">
                <a:solidFill>
                  <a:schemeClr val="dk1"/>
                </a:solidFill>
                <a:latin typeface="Proxima Nova"/>
                <a:ea typeface="Proxima Nova"/>
                <a:cs typeface="Proxima Nova"/>
                <a:sym typeface="Proxima Nova"/>
              </a:rPr>
              <a:t>Lembar Kerja</a:t>
            </a:r>
            <a:r>
              <a:rPr lang="en-US" sz="2400">
                <a:solidFill>
                  <a:schemeClr val="dk1"/>
                </a:solidFill>
                <a:latin typeface="Proxima Nova"/>
                <a:ea typeface="Proxima Nova"/>
                <a:cs typeface="Proxima Nova"/>
                <a:sym typeface="Proxima Nova"/>
              </a:rPr>
              <a:t> yang tersedia dalam Modul Topik 1. Gunakan pengalaman pribadi Anda sebagai calon guru untuk menjawab dengan reflektif Kegiatan ini akan membantu Anda menerapkan konsep Growth Mindset dalam praktik pembelajaran.</a:t>
            </a:r>
            <a:endParaRPr sz="2400">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57"/>
          <p:cNvSpPr txBox="1">
            <a:spLocks noGrp="1"/>
          </p:cNvSpPr>
          <p:nvPr>
            <p:ph type="ctrTitle" idx="4294967295"/>
          </p:nvPr>
        </p:nvSpPr>
        <p:spPr>
          <a:xfrm>
            <a:off x="1067950" y="3090900"/>
            <a:ext cx="7610400" cy="41052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344EAC"/>
              </a:buClr>
              <a:buSzPts val="8000"/>
              <a:buFont typeface="Open Sans ExtraBold"/>
              <a:buNone/>
            </a:pPr>
            <a:r>
              <a:rPr lang="en-US" sz="12000" b="1" i="0" u="none" strike="noStrike" cap="none">
                <a:solidFill>
                  <a:srgbClr val="344EAC"/>
                </a:solidFill>
                <a:latin typeface="Open Sans ExtraBold"/>
                <a:ea typeface="Open Sans ExtraBold"/>
                <a:cs typeface="Open Sans ExtraBold"/>
                <a:sym typeface="Open Sans ExtraBold"/>
              </a:rPr>
              <a:t>Terima</a:t>
            </a:r>
            <a:endParaRPr sz="12000" b="1" i="0" u="none" strike="noStrike" cap="none">
              <a:solidFill>
                <a:srgbClr val="344EAC"/>
              </a:solidFill>
              <a:latin typeface="Open Sans ExtraBold"/>
              <a:ea typeface="Open Sans ExtraBold"/>
              <a:cs typeface="Open Sans ExtraBold"/>
              <a:sym typeface="Open Sans ExtraBold"/>
            </a:endParaRPr>
          </a:p>
          <a:p>
            <a:pPr marL="0" marR="0" lvl="0" indent="0" algn="l" rtl="0">
              <a:lnSpc>
                <a:spcPct val="100000"/>
              </a:lnSpc>
              <a:spcBef>
                <a:spcPts val="0"/>
              </a:spcBef>
              <a:spcAft>
                <a:spcPts val="0"/>
              </a:spcAft>
              <a:buClr>
                <a:srgbClr val="344EAC"/>
              </a:buClr>
              <a:buSzPts val="8000"/>
              <a:buFont typeface="Open Sans ExtraBold"/>
              <a:buNone/>
            </a:pPr>
            <a:r>
              <a:rPr lang="en-US" sz="12000" b="1" i="0" u="none" strike="noStrike" cap="none">
                <a:solidFill>
                  <a:srgbClr val="344EAC"/>
                </a:solidFill>
                <a:latin typeface="Open Sans ExtraBold"/>
                <a:ea typeface="Open Sans ExtraBold"/>
                <a:cs typeface="Open Sans ExtraBold"/>
                <a:sym typeface="Open Sans ExtraBold"/>
              </a:rPr>
              <a:t>Kasih</a:t>
            </a:r>
            <a:endParaRPr sz="12000" b="1" i="0" u="none" strike="noStrike" cap="none">
              <a:solidFill>
                <a:srgbClr val="344EAC"/>
              </a:solidFill>
              <a:latin typeface="Open Sans ExtraBold"/>
              <a:ea typeface="Open Sans ExtraBold"/>
              <a:cs typeface="Open Sans ExtraBold"/>
              <a:sym typeface="Open Sans ExtraBold"/>
            </a:endParaRPr>
          </a:p>
        </p:txBody>
      </p:sp>
      <p:sp>
        <p:nvSpPr>
          <p:cNvPr id="432" name="Google Shape;432;p57"/>
          <p:cNvSpPr/>
          <p:nvPr/>
        </p:nvSpPr>
        <p:spPr>
          <a:xfrm>
            <a:off x="18150" y="8608775"/>
            <a:ext cx="18288000" cy="1678200"/>
          </a:xfrm>
          <a:prstGeom prst="rect">
            <a:avLst/>
          </a:prstGeom>
          <a:solidFill>
            <a:srgbClr val="D4E5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 name="Google Shape;433;p57"/>
          <p:cNvSpPr txBox="1"/>
          <p:nvPr/>
        </p:nvSpPr>
        <p:spPr>
          <a:xfrm>
            <a:off x="1020900" y="31350"/>
            <a:ext cx="5217000" cy="985200"/>
          </a:xfrm>
          <a:prstGeom prst="rect">
            <a:avLst/>
          </a:prstGeom>
          <a:noFill/>
          <a:ln>
            <a:noFill/>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83C92"/>
                </a:solidFill>
                <a:latin typeface="Lato Black"/>
                <a:ea typeface="Lato Black"/>
                <a:cs typeface="Lato Black"/>
                <a:sym typeface="Lato Black"/>
              </a:rPr>
              <a:t>Kementerian Pendidikan </a:t>
            </a:r>
            <a:br>
              <a:rPr lang="en-US" sz="2000" b="0" i="0" u="none" strike="noStrike" cap="none">
                <a:solidFill>
                  <a:srgbClr val="083C92"/>
                </a:solidFill>
                <a:latin typeface="Lato Black"/>
                <a:ea typeface="Lato Black"/>
                <a:cs typeface="Lato Black"/>
                <a:sym typeface="Lato Black"/>
              </a:rPr>
            </a:br>
            <a:r>
              <a:rPr lang="en-US" sz="2000" b="0" i="0" u="none" strike="noStrike" cap="none">
                <a:solidFill>
                  <a:srgbClr val="083C92"/>
                </a:solidFill>
                <a:latin typeface="Lato Black"/>
                <a:ea typeface="Lato Black"/>
                <a:cs typeface="Lato Black"/>
                <a:sym typeface="Lato Black"/>
              </a:rPr>
              <a:t>Dasar dan Menengah</a:t>
            </a:r>
            <a:endParaRPr sz="2000" b="0" i="0" u="none" strike="noStrike" cap="none">
              <a:solidFill>
                <a:srgbClr val="083C92"/>
              </a:solidFill>
              <a:latin typeface="Lato Black"/>
              <a:ea typeface="Lato Black"/>
              <a:cs typeface="Lato Black"/>
              <a:sym typeface="Lato Black"/>
            </a:endParaRPr>
          </a:p>
        </p:txBody>
      </p:sp>
      <p:pic>
        <p:nvPicPr>
          <p:cNvPr id="434" name="Google Shape;434;p57"/>
          <p:cNvPicPr preferRelativeResize="0"/>
          <p:nvPr/>
        </p:nvPicPr>
        <p:blipFill rotWithShape="1">
          <a:blip r:embed="rId3">
            <a:alphaModFix/>
          </a:blip>
          <a:srcRect/>
          <a:stretch/>
        </p:blipFill>
        <p:spPr>
          <a:xfrm>
            <a:off x="309248" y="163600"/>
            <a:ext cx="711647" cy="720648"/>
          </a:xfrm>
          <a:prstGeom prst="rect">
            <a:avLst/>
          </a:prstGeom>
          <a:noFill/>
          <a:ln>
            <a:noFill/>
          </a:ln>
        </p:spPr>
      </p:pic>
      <p:pic>
        <p:nvPicPr>
          <p:cNvPr id="435" name="Google Shape;435;p57"/>
          <p:cNvPicPr preferRelativeResize="0"/>
          <p:nvPr/>
        </p:nvPicPr>
        <p:blipFill rotWithShape="1">
          <a:blip r:embed="rId4">
            <a:alphaModFix/>
          </a:blip>
          <a:srcRect/>
          <a:stretch/>
        </p:blipFill>
        <p:spPr>
          <a:xfrm>
            <a:off x="14801566" y="245678"/>
            <a:ext cx="1655537" cy="628725"/>
          </a:xfrm>
          <a:prstGeom prst="rect">
            <a:avLst/>
          </a:prstGeom>
          <a:noFill/>
          <a:ln>
            <a:noFill/>
          </a:ln>
        </p:spPr>
      </p:pic>
      <p:pic>
        <p:nvPicPr>
          <p:cNvPr id="436" name="Google Shape;436;p57"/>
          <p:cNvPicPr preferRelativeResize="0"/>
          <p:nvPr/>
        </p:nvPicPr>
        <p:blipFill rotWithShape="1">
          <a:blip r:embed="rId5">
            <a:alphaModFix/>
          </a:blip>
          <a:srcRect l="4970"/>
          <a:stretch/>
        </p:blipFill>
        <p:spPr>
          <a:xfrm>
            <a:off x="16304700" y="245669"/>
            <a:ext cx="1916625" cy="628725"/>
          </a:xfrm>
          <a:prstGeom prst="rect">
            <a:avLst/>
          </a:prstGeom>
          <a:noFill/>
          <a:ln>
            <a:noFill/>
          </a:ln>
        </p:spPr>
      </p:pic>
      <p:pic>
        <p:nvPicPr>
          <p:cNvPr id="437" name="Google Shape;437;p57"/>
          <p:cNvPicPr preferRelativeResize="0"/>
          <p:nvPr/>
        </p:nvPicPr>
        <p:blipFill rotWithShape="1">
          <a:blip r:embed="rId6">
            <a:alphaModFix/>
          </a:blip>
          <a:srcRect/>
          <a:stretch/>
        </p:blipFill>
        <p:spPr>
          <a:xfrm>
            <a:off x="7121076" y="628850"/>
            <a:ext cx="8986849" cy="898684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96A7"/>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1240</Words>
  <Application>Microsoft Office PowerPoint</Application>
  <PresentationFormat>Custom</PresentationFormat>
  <Paragraphs>154</Paragraphs>
  <Slides>13</Slides>
  <Notes>13</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13</vt:i4>
      </vt:variant>
    </vt:vector>
  </HeadingPairs>
  <TitlesOfParts>
    <vt:vector size="26" baseType="lpstr">
      <vt:lpstr>Lato Black</vt:lpstr>
      <vt:lpstr>Plus Jakarta Sans</vt:lpstr>
      <vt:lpstr>Lato</vt:lpstr>
      <vt:lpstr>Calibri</vt:lpstr>
      <vt:lpstr>Arial</vt:lpstr>
      <vt:lpstr>Open Sans</vt:lpstr>
      <vt:lpstr>Poppins</vt:lpstr>
      <vt:lpstr>Nunito Sans SemiBold</vt:lpstr>
      <vt:lpstr>Open Sans ExtraBold</vt:lpstr>
      <vt:lpstr>Proxima Nova</vt:lpstr>
      <vt:lpstr>Office Theme</vt:lpstr>
      <vt:lpstr>Office Theme</vt:lpstr>
      <vt:lpstr>Simple Light</vt:lpstr>
      <vt:lpstr>PowerPoint Presentation</vt:lpstr>
      <vt:lpstr>PowerPoint Presentation</vt:lpstr>
      <vt:lpstr>Daftar Isi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Terima Kasih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Jajang Kusnendar</dc:creator>
  <cp:lastModifiedBy>Jajang Kusnendar</cp:lastModifiedBy>
  <cp:revision>1</cp:revision>
  <dcterms:modified xsi:type="dcterms:W3CDTF">2026-01-29T00:25:44Z</dcterms:modified>
</cp:coreProperties>
</file>