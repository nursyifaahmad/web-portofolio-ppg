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1" t="2101" r="-625" b="2940"/>
          <a:stretch/>
        </p:blipFill>
        <p:spPr>
          <a:xfrm>
            <a:off x="0" y="0"/>
            <a:ext cx="163576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10FEE1-7FB8-A599-A051-7C99837590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0" b="30487"/>
          <a:stretch/>
        </p:blipFill>
        <p:spPr>
          <a:xfrm>
            <a:off x="14628918" y="8724900"/>
            <a:ext cx="1624542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B77C79-45EF-07DF-99A6-30E407E973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0" b="30487"/>
          <a:stretch/>
        </p:blipFill>
        <p:spPr>
          <a:xfrm>
            <a:off x="14628918" y="8724900"/>
            <a:ext cx="1624542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6688DD-4EB2-82D8-18EC-ABFA2FD6D9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0" b="30487"/>
          <a:stretch/>
        </p:blipFill>
        <p:spPr>
          <a:xfrm>
            <a:off x="14628918" y="8724900"/>
            <a:ext cx="1624542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ABBE4E-BBB7-C173-0264-E3E828F1E7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0" b="30487"/>
          <a:stretch/>
        </p:blipFill>
        <p:spPr>
          <a:xfrm>
            <a:off x="14628918" y="8724900"/>
            <a:ext cx="1624542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Ahmad Nursyifa</cp:lastModifiedBy>
  <cp:revision>2</cp:revision>
  <dcterms:created xsi:type="dcterms:W3CDTF">2006-08-16T00:00:00Z</dcterms:created>
  <dcterms:modified xsi:type="dcterms:W3CDTF">2026-04-19T13:28:31Z</dcterms:modified>
</cp:coreProperties>
</file>