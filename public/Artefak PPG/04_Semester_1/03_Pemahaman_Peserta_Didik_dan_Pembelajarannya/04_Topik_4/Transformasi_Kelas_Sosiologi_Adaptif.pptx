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67" y="3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3F3D33-1FFC-CAD2-1BDC-808E47AD5220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6ACB2A-EDEF-EB0D-0E66-132B0F00051B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7FA03B-FD34-BA78-E35A-2F3CBC38B110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F49929-84F5-C8D6-0B3C-F2EF321FB5BD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92765A-C702-4065-1CC4-406BEFB66A9D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FA694F-47AF-CF1F-4119-F685DF6724C4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A220C0-907A-87FD-6BC1-F23697703AC5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D9EE89-D10D-2F47-E83A-42B296DD4644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4AFCB3-5CBC-F96F-AD56-841A7CE39194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08AA17-FB3D-F81B-46E8-A2B2E89ED961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9282F9-0148-30C7-ADE9-A0AE09CF7C98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F0FB45-3F5D-B3C2-5F48-D8B123CF0B7C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D85C72-E1A6-DB31-C3C5-E220D020DB0A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AA1B76-E638-D408-4F3F-B2BB7E64085F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CBB13A-B30D-A1C2-CC52-90E2A32B12B9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Nursyifa</cp:lastModifiedBy>
  <cp:revision>2</cp:revision>
  <dcterms:created xsi:type="dcterms:W3CDTF">2006-08-16T00:00:00Z</dcterms:created>
  <dcterms:modified xsi:type="dcterms:W3CDTF">2026-05-10T17:43:04Z</dcterms:modified>
</cp:coreProperties>
</file>