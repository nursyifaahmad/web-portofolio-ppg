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Batman%20-%20Straight%20Cut%20-%20av%20college%20(720p,%20h264).mp4" TargetMode="External"/><Relationship Id="rId7" Type="http://schemas.openxmlformats.org/officeDocument/2006/relationships/hyperlink" Target="You've%20Got%20Mail%20(1998)%20%5bCross%20Cut%20Example%5d%20-%20isnt%20(360p,%20h264).mp4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SMASH%20CUT%20%20Arnold%20and%20Fire%20-%20WCX%20(1080p,%20h264).mp4" TargetMode="External"/><Relationship Id="rId5" Type="http://schemas.openxmlformats.org/officeDocument/2006/relationships/hyperlink" Target="THE%20MATCH%20CUT%20-%20Splicing%20Pixels%20(720p,%20h264).mp4" TargetMode="External"/><Relationship Id="rId4" Type="http://schemas.openxmlformats.org/officeDocument/2006/relationships/hyperlink" Target="Jump%20Cut%20-%20Schindler's%20List%20(1993).mp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ow%20To%20DENOISE%20Grainy%20VIDEO%20In%20Davinci%20Resolve%20-%20Davinci%20Made%20Simple%20(720p,%20h264).mp4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Silent%20Forest%20-%20Cinematic%20Footage%20Shot%20on%20Blackmagic%20Pocket%20Cinema%20Camera%204K%20(BMPCC%204K).mp4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hyperlink" Target="Bright%20&amp;%20Airy%20Lightroom%20Presets%20&amp;%20Video%20LUTs%20-%20Pixmellow%20(720p,%20h264).mp4" TargetMode="External"/><Relationship Id="rId5" Type="http://schemas.openxmlformats.org/officeDocument/2006/relationships/hyperlink" Target="Moody%20Dark%20Footage%20-%20%20Short%20Horror%20Film%20-%20Nocturn%20(720p,%20h264).mp4" TargetMode="External"/><Relationship Id="rId4" Type="http://schemas.openxmlformats.org/officeDocument/2006/relationships/hyperlink" Target="90s%20Vintage%20Film%20Look%20-%20Safford%20Films%20(720p,%20h264).mp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L%20Cuts%20-%20av%20college%20(720p,%20h264).mp4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J-Cuts%20-%20av%20college%20(720p,%20h264).mp4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Isosceles Triangle 2">
            <a:hlinkClick r:id="rId3" action="ppaction://hlinkfile"/>
            <a:extLst>
              <a:ext uri="{FF2B5EF4-FFF2-40B4-BE49-F238E27FC236}">
                <a16:creationId xmlns:a16="http://schemas.microsoft.com/office/drawing/2014/main" id="{BB58E290-7445-1FDE-570C-4F447E9B957C}"/>
              </a:ext>
            </a:extLst>
          </p:cNvPr>
          <p:cNvSpPr/>
          <p:nvPr/>
        </p:nvSpPr>
        <p:spPr>
          <a:xfrm rot="5400000">
            <a:off x="1612900" y="4533900"/>
            <a:ext cx="304800" cy="22860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Isosceles Triangle 3">
            <a:hlinkClick r:id="rId4" action="ppaction://hlinkfile"/>
            <a:extLst>
              <a:ext uri="{FF2B5EF4-FFF2-40B4-BE49-F238E27FC236}">
                <a16:creationId xmlns:a16="http://schemas.microsoft.com/office/drawing/2014/main" id="{76ABFDD2-9CEE-F77D-B846-C7CF8AFC3D05}"/>
              </a:ext>
            </a:extLst>
          </p:cNvPr>
          <p:cNvSpPr/>
          <p:nvPr/>
        </p:nvSpPr>
        <p:spPr>
          <a:xfrm rot="5400000">
            <a:off x="6565900" y="4518660"/>
            <a:ext cx="304800" cy="22860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Isosceles Triangle 4">
            <a:hlinkClick r:id="rId5" action="ppaction://hlinkfile"/>
            <a:extLst>
              <a:ext uri="{FF2B5EF4-FFF2-40B4-BE49-F238E27FC236}">
                <a16:creationId xmlns:a16="http://schemas.microsoft.com/office/drawing/2014/main" id="{928BE623-F9A1-628F-B66F-31FB3C34BF3D}"/>
              </a:ext>
            </a:extLst>
          </p:cNvPr>
          <p:cNvSpPr/>
          <p:nvPr/>
        </p:nvSpPr>
        <p:spPr>
          <a:xfrm rot="5400000">
            <a:off x="11518900" y="4518660"/>
            <a:ext cx="304800" cy="22860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Isosceles Triangle 5">
            <a:hlinkClick r:id="rId6" action="ppaction://hlinkfile"/>
            <a:extLst>
              <a:ext uri="{FF2B5EF4-FFF2-40B4-BE49-F238E27FC236}">
                <a16:creationId xmlns:a16="http://schemas.microsoft.com/office/drawing/2014/main" id="{A79855AC-8FFD-1EF4-5DEF-02DD70BFE9C0}"/>
              </a:ext>
            </a:extLst>
          </p:cNvPr>
          <p:cNvSpPr/>
          <p:nvPr/>
        </p:nvSpPr>
        <p:spPr>
          <a:xfrm rot="5400000">
            <a:off x="4127500" y="7886700"/>
            <a:ext cx="304800" cy="22860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Isosceles Triangle 6">
            <a:hlinkClick r:id="rId7" action="ppaction://hlinkfile"/>
            <a:extLst>
              <a:ext uri="{FF2B5EF4-FFF2-40B4-BE49-F238E27FC236}">
                <a16:creationId xmlns:a16="http://schemas.microsoft.com/office/drawing/2014/main" id="{E4455848-7352-B27B-1E2A-44C944EF87FB}"/>
              </a:ext>
            </a:extLst>
          </p:cNvPr>
          <p:cNvSpPr/>
          <p:nvPr/>
        </p:nvSpPr>
        <p:spPr>
          <a:xfrm rot="5400000">
            <a:off x="9004300" y="7810500"/>
            <a:ext cx="304800" cy="22860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Isosceles Triangle 2">
            <a:hlinkClick r:id="rId3" action="ppaction://hlinkfile"/>
            <a:extLst>
              <a:ext uri="{FF2B5EF4-FFF2-40B4-BE49-F238E27FC236}">
                <a16:creationId xmlns:a16="http://schemas.microsoft.com/office/drawing/2014/main" id="{A12CAD65-699A-357E-C98E-D8E92E7FEF35}"/>
              </a:ext>
            </a:extLst>
          </p:cNvPr>
          <p:cNvSpPr/>
          <p:nvPr/>
        </p:nvSpPr>
        <p:spPr>
          <a:xfrm rot="5400000">
            <a:off x="7289800" y="3886200"/>
            <a:ext cx="152400" cy="152400"/>
          </a:xfrm>
          <a:prstGeom prst="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Isosceles Triangle 2">
            <a:hlinkClick r:id="rId3" action="ppaction://hlinkfile"/>
            <a:extLst>
              <a:ext uri="{FF2B5EF4-FFF2-40B4-BE49-F238E27FC236}">
                <a16:creationId xmlns:a16="http://schemas.microsoft.com/office/drawing/2014/main" id="{5F67CF58-2126-834A-CA15-7F795200D136}"/>
              </a:ext>
            </a:extLst>
          </p:cNvPr>
          <p:cNvSpPr/>
          <p:nvPr/>
        </p:nvSpPr>
        <p:spPr>
          <a:xfrm rot="5567722">
            <a:off x="1424130" y="6638371"/>
            <a:ext cx="228600" cy="22117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Isosceles Triangle 3">
            <a:hlinkClick r:id="rId4" action="ppaction://hlinkfile"/>
            <a:extLst>
              <a:ext uri="{FF2B5EF4-FFF2-40B4-BE49-F238E27FC236}">
                <a16:creationId xmlns:a16="http://schemas.microsoft.com/office/drawing/2014/main" id="{35FB64A5-CA12-1343-0A4E-62C51DEFD025}"/>
              </a:ext>
            </a:extLst>
          </p:cNvPr>
          <p:cNvSpPr/>
          <p:nvPr/>
        </p:nvSpPr>
        <p:spPr>
          <a:xfrm rot="5567722">
            <a:off x="5157929" y="7857572"/>
            <a:ext cx="228600" cy="22117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Isosceles Triangle 4">
            <a:hlinkClick r:id="rId5" action="ppaction://hlinkfile"/>
            <a:extLst>
              <a:ext uri="{FF2B5EF4-FFF2-40B4-BE49-F238E27FC236}">
                <a16:creationId xmlns:a16="http://schemas.microsoft.com/office/drawing/2014/main" id="{F0960727-DD49-6C82-31C9-4ABC28DFC103}"/>
              </a:ext>
            </a:extLst>
          </p:cNvPr>
          <p:cNvSpPr/>
          <p:nvPr/>
        </p:nvSpPr>
        <p:spPr>
          <a:xfrm rot="5567722">
            <a:off x="8891728" y="7827093"/>
            <a:ext cx="228600" cy="22117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Isosceles Triangle 5">
            <a:hlinkClick r:id="rId6" action="ppaction://hlinkfile"/>
            <a:extLst>
              <a:ext uri="{FF2B5EF4-FFF2-40B4-BE49-F238E27FC236}">
                <a16:creationId xmlns:a16="http://schemas.microsoft.com/office/drawing/2014/main" id="{C8CD10E5-0F27-91F3-4D05-D1278CB2AC1F}"/>
              </a:ext>
            </a:extLst>
          </p:cNvPr>
          <p:cNvSpPr/>
          <p:nvPr/>
        </p:nvSpPr>
        <p:spPr>
          <a:xfrm rot="5567722">
            <a:off x="12701729" y="7845228"/>
            <a:ext cx="228600" cy="22117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Isosceles Triangle 2">
            <a:hlinkClick r:id="rId3" action="ppaction://hlinkfile"/>
            <a:extLst>
              <a:ext uri="{FF2B5EF4-FFF2-40B4-BE49-F238E27FC236}">
                <a16:creationId xmlns:a16="http://schemas.microsoft.com/office/drawing/2014/main" id="{F3CC0DAB-B9CE-B7D6-39CB-620DF276C4B5}"/>
              </a:ext>
            </a:extLst>
          </p:cNvPr>
          <p:cNvSpPr/>
          <p:nvPr/>
        </p:nvSpPr>
        <p:spPr>
          <a:xfrm rot="5400000">
            <a:off x="5915660" y="1831340"/>
            <a:ext cx="220980" cy="21590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Isosceles Triangle 3">
            <a:hlinkClick r:id="rId4" action="ppaction://hlinkfile"/>
            <a:extLst>
              <a:ext uri="{FF2B5EF4-FFF2-40B4-BE49-F238E27FC236}">
                <a16:creationId xmlns:a16="http://schemas.microsoft.com/office/drawing/2014/main" id="{C573DF99-1482-2E14-E88D-A710E00DFF20}"/>
              </a:ext>
            </a:extLst>
          </p:cNvPr>
          <p:cNvSpPr/>
          <p:nvPr/>
        </p:nvSpPr>
        <p:spPr>
          <a:xfrm rot="5400000">
            <a:off x="4391660" y="5031740"/>
            <a:ext cx="220980" cy="21590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Ahmad Nursyifa</cp:lastModifiedBy>
  <cp:revision>2</cp:revision>
  <dcterms:created xsi:type="dcterms:W3CDTF">2006-08-16T00:00:00Z</dcterms:created>
  <dcterms:modified xsi:type="dcterms:W3CDTF">2026-05-05T15:46:24Z</dcterms:modified>
</cp:coreProperties>
</file>