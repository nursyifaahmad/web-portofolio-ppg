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  <p:sldId id="268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578" y="0"/>
            <a:ext cx="16308213" cy="9141619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9864" y="2494842"/>
            <a:ext cx="9087559" cy="2020711"/>
          </a:xfrm>
        </p:spPr>
        <p:txBody>
          <a:bodyPr anchor="b">
            <a:noAutofit/>
          </a:bodyPr>
          <a:lstStyle>
            <a:lvl1pPr algn="ctr">
              <a:defRPr sz="72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9864" y="4876796"/>
            <a:ext cx="9087559" cy="1761069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44310" y="6716884"/>
            <a:ext cx="1196623" cy="372533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9863" y="6716884"/>
            <a:ext cx="6952847" cy="3725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942534" y="6716884"/>
            <a:ext cx="734889" cy="37253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589865" y="4696175"/>
            <a:ext cx="9087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2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861559" y="3228621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6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6759" y="2336808"/>
            <a:ext cx="10878251" cy="2430019"/>
          </a:xfrm>
        </p:spPr>
        <p:txBody>
          <a:bodyPr anchor="b">
            <a:normAutofit/>
          </a:bodyPr>
          <a:lstStyle>
            <a:lvl1pPr algn="ctr">
              <a:defRPr sz="58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6756" y="5128069"/>
            <a:ext cx="10878253" cy="1272729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683631" y="4947447"/>
            <a:ext cx="1088450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2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861559" y="3228621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1264" y="3413760"/>
            <a:ext cx="6291072" cy="44135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41792" y="3413760"/>
            <a:ext cx="6291072" cy="44135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0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3544711"/>
            <a:ext cx="6291072" cy="768349"/>
          </a:xfrm>
        </p:spPr>
        <p:txBody>
          <a:bodyPr anchor="b">
            <a:noAutofit/>
          </a:bodyPr>
          <a:lstStyle>
            <a:lvl1pPr marL="0" indent="0">
              <a:spcBef>
                <a:spcPts val="896"/>
              </a:spcBef>
              <a:spcAft>
                <a:spcPts val="800"/>
              </a:spcAft>
              <a:buNone/>
              <a:defRPr sz="3733" b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27200" y="4324350"/>
            <a:ext cx="6291072" cy="351014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40893" y="3544711"/>
            <a:ext cx="6291072" cy="768349"/>
          </a:xfrm>
        </p:spPr>
        <p:txBody>
          <a:bodyPr anchor="b">
            <a:noAutofit/>
          </a:bodyPr>
          <a:lstStyle>
            <a:lvl1pPr marL="0" indent="0">
              <a:spcBef>
                <a:spcPts val="896"/>
              </a:spcBef>
              <a:spcAft>
                <a:spcPts val="800"/>
              </a:spcAft>
              <a:buNone/>
              <a:defRPr sz="3733" b="0">
                <a:solidFill>
                  <a:schemeClr val="accent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40893" y="4324350"/>
            <a:ext cx="6291072" cy="351014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861559" y="3228621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18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61559" y="3228621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39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1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5082" y="1851379"/>
            <a:ext cx="4957940" cy="1828800"/>
          </a:xfrm>
        </p:spPr>
        <p:txBody>
          <a:bodyPr anchor="b">
            <a:norm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4891" y="1309509"/>
            <a:ext cx="7292621" cy="652498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5082" y="4041420"/>
            <a:ext cx="4957940" cy="3251205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861559" y="3883377"/>
            <a:ext cx="468599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7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199" y="2511776"/>
            <a:ext cx="8322421" cy="1828800"/>
          </a:xfrm>
        </p:spPr>
        <p:txBody>
          <a:bodyPr anchor="b">
            <a:normAutofit/>
          </a:bodyPr>
          <a:lstStyle>
            <a:lvl1pPr algn="ctr">
              <a:defRPr sz="373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93109" y="1388534"/>
            <a:ext cx="4084463" cy="636693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7199" y="4340576"/>
            <a:ext cx="8322421" cy="24384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3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1" y="6420553"/>
            <a:ext cx="12812888" cy="755651"/>
          </a:xfrm>
        </p:spPr>
        <p:txBody>
          <a:bodyPr anchor="b">
            <a:norm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8570" y="1388533"/>
            <a:ext cx="13474629" cy="4447825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7201" y="7176204"/>
            <a:ext cx="12812888" cy="658283"/>
          </a:xfrm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6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491" y="1309509"/>
            <a:ext cx="12790309" cy="3939824"/>
          </a:xfrm>
        </p:spPr>
        <p:txBody>
          <a:bodyPr anchor="ctr">
            <a:normAutofit/>
          </a:bodyPr>
          <a:lstStyle>
            <a:lvl1pPr algn="ctr">
              <a:defRPr sz="42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8491" y="5791200"/>
            <a:ext cx="12790309" cy="20432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61559" y="5520265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55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284" y="1309509"/>
            <a:ext cx="12395197" cy="3160891"/>
          </a:xfrm>
        </p:spPr>
        <p:txBody>
          <a:bodyPr anchor="ctr">
            <a:normAutofit/>
          </a:bodyPr>
          <a:lstStyle>
            <a:lvl1pPr algn="ctr">
              <a:defRPr sz="426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33083" y="4470400"/>
            <a:ext cx="11785603" cy="778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667"/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1" y="5791200"/>
            <a:ext cx="12812888" cy="20432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49351" y="117328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33689" y="3770494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 algn="r"/>
            <a:r>
              <a:rPr lang="en-US" sz="106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861559" y="5520265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266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3" y="4411441"/>
            <a:ext cx="12812891" cy="1958400"/>
          </a:xfrm>
        </p:spPr>
        <p:txBody>
          <a:bodyPr anchor="b">
            <a:normAutofit/>
          </a:bodyPr>
          <a:lstStyle>
            <a:lvl1pPr algn="l">
              <a:defRPr sz="42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1" y="6369841"/>
            <a:ext cx="12812891" cy="1147200"/>
          </a:xfrm>
        </p:spPr>
        <p:txBody>
          <a:bodyPr anchor="t">
            <a:normAutofit/>
          </a:bodyPr>
          <a:lstStyle>
            <a:lvl1pPr marL="0" indent="0" algn="l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2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284" y="1309510"/>
            <a:ext cx="12395197" cy="2991557"/>
          </a:xfrm>
        </p:spPr>
        <p:txBody>
          <a:bodyPr anchor="ctr">
            <a:normAutofit/>
          </a:bodyPr>
          <a:lstStyle>
            <a:lvl1pPr algn="ctr">
              <a:defRPr sz="426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727201" y="4852416"/>
            <a:ext cx="12812891" cy="1182624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1" y="6039556"/>
            <a:ext cx="12812891" cy="1794933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49351" y="117328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/>
            <a:r>
              <a:rPr lang="en-US" sz="10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33689" y="346568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/>
          <a:p>
            <a:pPr lvl="0" algn="r"/>
            <a:r>
              <a:rPr lang="en-US" sz="106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861559" y="4572000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51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1" y="1309510"/>
            <a:ext cx="12812888" cy="299155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727201" y="4840224"/>
            <a:ext cx="12812891" cy="1121664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5960533"/>
            <a:ext cx="12812893" cy="1873956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61559" y="4572000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70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61559" y="3228621"/>
            <a:ext cx="12543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291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99142" y="1309509"/>
            <a:ext cx="2521193" cy="65249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27198" y="1309509"/>
            <a:ext cx="9910700" cy="652497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1818520" y="1320800"/>
            <a:ext cx="0" cy="65024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80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981" y="0"/>
            <a:ext cx="16306616" cy="9141619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27203" y="1309510"/>
            <a:ext cx="12801595" cy="173848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1" y="3409243"/>
            <a:ext cx="12801595" cy="44252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70001" y="7958667"/>
            <a:ext cx="2133600" cy="372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27201" y="7958667"/>
            <a:ext cx="9741200" cy="372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805202" y="7958667"/>
            <a:ext cx="723596" cy="3725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2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80990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3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6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600160" indent="-380990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057349" indent="-228594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213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666933" indent="-228594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spcAft>
          <a:spcPts val="800"/>
        </a:spcAft>
        <a:buClr>
          <a:schemeClr val="accent1"/>
        </a:buClr>
        <a:buSzPct val="115000"/>
        <a:buFont typeface="Arial"/>
        <a:buChar char="•"/>
        <a:defRPr sz="1867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uQ4KaKsSX3AdOnJKl1H_jkpy8k_bw3KT?usp=sharing" TargetMode="External"/><Relationship Id="rId2" Type="http://schemas.openxmlformats.org/officeDocument/2006/relationships/hyperlink" Target="https://drive.google.com/drive/folders/19ezfAOcY1KkJhr-z5U0RSxoAcpWStHd8?usp=shar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wuGs3zqeUY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B2CA3-D41E-B0B7-BCD0-ECCAB2B1B3C8}"/>
              </a:ext>
            </a:extLst>
          </p:cNvPr>
          <p:cNvSpPr txBox="1"/>
          <p:nvPr/>
        </p:nvSpPr>
        <p:spPr>
          <a:xfrm>
            <a:off x="4064000" y="4156501"/>
            <a:ext cx="812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4800" b="1" dirty="0"/>
              <a:t>LKPD PERTEMUAN KE-3</a:t>
            </a:r>
          </a:p>
        </p:txBody>
      </p:sp>
    </p:spTree>
    <p:extLst>
      <p:ext uri="{BB962C8B-B14F-4D97-AF65-F5344CB8AC3E}">
        <p14:creationId xmlns:p14="http://schemas.microsoft.com/office/powerpoint/2010/main" val="318954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20ABA-F1E1-FFF6-B814-43C8C1678BB8}"/>
              </a:ext>
            </a:extLst>
          </p:cNvPr>
          <p:cNvSpPr txBox="1"/>
          <p:nvPr/>
        </p:nvSpPr>
        <p:spPr>
          <a:xfrm>
            <a:off x="1422400" y="1066800"/>
            <a:ext cx="13487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/>
              <a:t>Petunjuk :</a:t>
            </a:r>
          </a:p>
          <a:p>
            <a:endParaRPr lang="id-ID" sz="3600" b="1" dirty="0"/>
          </a:p>
          <a:p>
            <a:pPr marL="742950" indent="-742950">
              <a:buAutoNum type="arabicPeriod"/>
            </a:pPr>
            <a:r>
              <a:rPr lang="id-ID" sz="3600" dirty="0"/>
              <a:t>Upload Storyboard kelompok melalui link :</a:t>
            </a:r>
            <a:r>
              <a:rPr lang="id-ID" sz="3600" dirty="0">
                <a:hlinkClick r:id="rId2"/>
              </a:rPr>
              <a:t> https://drive.google.com/drive/folders/19ezfAOcY1KkJhr-z5U0RSxoAcpWStHd8?usp=sharing</a:t>
            </a:r>
            <a:endParaRPr lang="id-ID" sz="3600" dirty="0"/>
          </a:p>
          <a:p>
            <a:pPr marL="742950" indent="-742950">
              <a:buAutoNum type="arabicPeriod" startAt="2"/>
            </a:pPr>
            <a:r>
              <a:rPr lang="id-ID" sz="3600" dirty="0"/>
              <a:t>Baca dan pahami materi yang ada di slide ini.</a:t>
            </a:r>
          </a:p>
          <a:p>
            <a:pPr marL="742950" indent="-742950">
              <a:buAutoNum type="arabicPeriod" startAt="2"/>
            </a:pPr>
            <a:r>
              <a:rPr lang="id-ID" sz="3600" dirty="0"/>
              <a:t>Praktikan 7 Tenik Camera Movement (Individu) lalu upload melalui : </a:t>
            </a:r>
            <a:r>
              <a:rPr lang="id-ID" sz="3600" dirty="0">
                <a:hlinkClick r:id="rId3"/>
              </a:rPr>
              <a:t>https://drive.google.com/drive/folders/1uQ4KaKsSX3AdOnJKl1H_jkpy8k_bw3KT?usp=sharing</a:t>
            </a:r>
            <a:endParaRPr lang="id-ID" sz="3600" dirty="0"/>
          </a:p>
          <a:p>
            <a:pPr marL="742950" indent="-742950">
              <a:buAutoNum type="arabicPeriod" startAt="2"/>
            </a:pP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356662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62F136-42CC-BD80-68C3-CC968EA4E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0" b="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1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3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1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101" b="294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1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1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521" b="25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3782" b="378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521" b="252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2941" b="294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4F1CA-EC99-636D-4D53-B5A08CE8BF09}"/>
              </a:ext>
            </a:extLst>
          </p:cNvPr>
          <p:cNvSpPr txBox="1"/>
          <p:nvPr/>
        </p:nvSpPr>
        <p:spPr>
          <a:xfrm>
            <a:off x="2374900" y="3124200"/>
            <a:ext cx="11506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b="1" dirty="0"/>
              <a:t>LINK VIDEO PENJELASAN 7 TEKNIK CAMERA MOVEMENT</a:t>
            </a:r>
          </a:p>
          <a:p>
            <a:pPr algn="ctr"/>
            <a:endParaRPr lang="id-ID" dirty="0"/>
          </a:p>
          <a:p>
            <a:pPr algn="ctr"/>
            <a:r>
              <a:rPr lang="id-ID" sz="4000" dirty="0">
                <a:hlinkClick r:id="rId2"/>
              </a:rPr>
              <a:t>https://www.youtube.com/watch?v=-wuGs3zqeUY</a:t>
            </a:r>
            <a:endParaRPr lang="id-ID" sz="4000" dirty="0"/>
          </a:p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3536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</TotalTime>
  <Words>91</Words>
  <Application>Microsoft Office PowerPoint</Application>
  <PresentationFormat>Custom</PresentationFormat>
  <Paragraphs>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Nursyifa</cp:lastModifiedBy>
  <cp:revision>7</cp:revision>
  <dcterms:created xsi:type="dcterms:W3CDTF">2006-08-16T00:00:00Z</dcterms:created>
  <dcterms:modified xsi:type="dcterms:W3CDTF">2026-04-14T11:55:09Z</dcterms:modified>
</cp:coreProperties>
</file>