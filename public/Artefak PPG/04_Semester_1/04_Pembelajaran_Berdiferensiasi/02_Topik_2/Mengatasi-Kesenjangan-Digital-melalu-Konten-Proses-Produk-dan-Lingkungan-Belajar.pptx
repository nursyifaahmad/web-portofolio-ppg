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03966"/>
            <a:ext cx="7556421" cy="3118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Mengatasi Kesenjangan Digital melalu Konten, Proses, Produk dan Lingkungan Belajar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6280190" y="56626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Solusi Inovatif untuk Semua Siswa Menembus Batas Akses Perangkat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35179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Tantangan Nyata di Era Digital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7187" y="1378863"/>
            <a:ext cx="7982426" cy="1140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Kesenjangan Akses Perangkat: Realitas yang Menghambat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067187" y="2701766"/>
            <a:ext cx="3930491" cy="2243733"/>
          </a:xfrm>
          <a:prstGeom prst="roundRect">
            <a:avLst>
              <a:gd name="adj" fmla="val 31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0661" y="2875240"/>
            <a:ext cx="497800" cy="497800"/>
          </a:xfrm>
          <a:prstGeom prst="roundRect">
            <a:avLst>
              <a:gd name="adj" fmla="val 18366986"/>
            </a:avLst>
          </a:prstGeom>
          <a:solidFill>
            <a:srgbClr val="6237C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7583" y="3012043"/>
            <a:ext cx="223957" cy="2239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40661" y="3494365"/>
            <a:ext cx="248292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Keterbatasan Perangkat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40661" y="3852386"/>
            <a:ext cx="3583543" cy="919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Jutaan siswa di Indonesia menghadapi keterbatasan akses komputer, laptop, atau smartphone di rumah yang memadai untuk belajar pemrograman.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119003" y="2701766"/>
            <a:ext cx="3930610" cy="2243733"/>
          </a:xfrm>
          <a:prstGeom prst="roundRect">
            <a:avLst>
              <a:gd name="adj" fmla="val 31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292477" y="2875240"/>
            <a:ext cx="497800" cy="497800"/>
          </a:xfrm>
          <a:prstGeom prst="roundRect">
            <a:avLst>
              <a:gd name="adj" fmla="val 18366986"/>
            </a:avLst>
          </a:prstGeom>
          <a:solidFill>
            <a:srgbClr val="6237C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9399" y="3012043"/>
            <a:ext cx="223957" cy="2239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92477" y="3494365"/>
            <a:ext cx="22820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Spesifikasi Usang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0292477" y="3852386"/>
            <a:ext cx="3583662" cy="919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Perangkat dengan spesifikasi rendah tidak mampu menjalankan software pemrograman modern atau platform berbasis web dengan lancar.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067187" y="5066824"/>
            <a:ext cx="7982426" cy="1783913"/>
          </a:xfrm>
          <a:prstGeom prst="roundRect">
            <a:avLst>
              <a:gd name="adj" fmla="val 3908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40661" y="5240298"/>
            <a:ext cx="497800" cy="497800"/>
          </a:xfrm>
          <a:prstGeom prst="roundRect">
            <a:avLst>
              <a:gd name="adj" fmla="val 18366986"/>
            </a:avLst>
          </a:prstGeom>
          <a:solidFill>
            <a:srgbClr val="6237C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7583" y="5377101"/>
            <a:ext cx="223957" cy="22395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40661" y="5859423"/>
            <a:ext cx="22820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Dampak Kesenjangan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240661" y="6217444"/>
            <a:ext cx="7635478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Waktu praktik individu terbatas, aplikasi berjalan lambat, proyek sederhana, dan kesenjangan digital semakin melebar.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4448"/>
            <a:ext cx="12789813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Konten &amp; Proses: Beban Ganda di Balik Layar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2641044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Konten Abstrak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93790" y="325778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 pemrograman seringkali abstrak dan membutuhkan visualisasi yang sulit diakses tanpa perangkat memadai. Siswa kesulitan memahami konsep melalui teks saja.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641044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Proses Terbatas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7599521" y="325778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Guru kesulitan mendemonstrasikan konsep kompleks seperti algoritma dan debugging secara efektif. Siswa tidak bisa praktik langsung di luar jam sekolah.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168622"/>
            <a:ext cx="13042821" cy="1766411"/>
          </a:xfrm>
          <a:prstGeom prst="roundRect">
            <a:avLst>
              <a:gd name="adj" fmla="val 8283"/>
            </a:avLst>
          </a:prstGeom>
          <a:solidFill>
            <a:srgbClr val="FDFAF7"/>
          </a:solidFill>
          <a:ln w="30480">
            <a:solidFill>
              <a:srgbClr val="6237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310" y="5168622"/>
            <a:ext cx="121920" cy="1766411"/>
          </a:xfrm>
          <a:prstGeom prst="roundRect">
            <a:avLst>
              <a:gd name="adj" fmla="val 78139"/>
            </a:avLst>
          </a:prstGeom>
          <a:solidFill>
            <a:srgbClr val="6237C8"/>
          </a:solidFill>
          <a:ln/>
        </p:spPr>
      </p:sp>
      <p:sp>
        <p:nvSpPr>
          <p:cNvPr id="9" name="Text 7"/>
          <p:cNvSpPr/>
          <p:nvPr/>
        </p:nvSpPr>
        <p:spPr>
          <a:xfrm>
            <a:off x="1142524" y="5425916"/>
            <a:ext cx="3131106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Keterbatasan Internet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1142524" y="5951934"/>
            <a:ext cx="12436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Akses internet tidak stabil menghambat akses materi daring dan kolaborasi antar siswa dalam proyek pemrograman.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35179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Solusi Kreatif Tanpa Batas Perangkat</a:t>
            </a:r>
            <a:endParaRPr lang="en-US" sz="4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230"/>
            <a:ext cx="12534067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Solusi Konten &amp; Proses: "Coding Unplugged"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21184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Belajar logika pemrograman tanpa komputer melalui aktivitas fisik, permainan, kartu instruksi, dan maze sederhana.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36533"/>
            <a:ext cx="2411968" cy="1490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510683"/>
            <a:ext cx="3338751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Robot dan Programmer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93790" y="503670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Permainan yang mengajarkan urutan instruksi dan logika pemrograman melalui peran fisik.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736533"/>
            <a:ext cx="2411968" cy="1490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51068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Kartu Instruksi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5235893" y="503670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Kartu untuk menyusun algoritma secara visual dan tangibel.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736533"/>
            <a:ext cx="2411968" cy="14906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51068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Maze Kertas</a:t>
            </a:r>
            <a:endParaRPr lang="en-US" sz="2450" dirty="0"/>
          </a:p>
        </p:txBody>
      </p:sp>
      <p:sp>
        <p:nvSpPr>
          <p:cNvPr id="12" name="Text 7"/>
          <p:cNvSpPr/>
          <p:nvPr/>
        </p:nvSpPr>
        <p:spPr>
          <a:xfrm>
            <a:off x="9677995" y="503670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Melatih logika dan efisiensi jalur dengan media sederhana.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6380559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D0C3E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724650"/>
            <a:ext cx="283488" cy="2268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0906" y="6664047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Metode ini menjembatani kesenjangan digital dan cocok untuk tahap belajar konkret siswa SD/SMP.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474" y="812244"/>
            <a:ext cx="7649051" cy="2202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Solusi Produk &amp; Lingkungan Belajar: Inovasi Akses Terbuka</a:t>
            </a:r>
            <a:endParaRPr lang="en-US" sz="4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74" y="3316248"/>
            <a:ext cx="1067872" cy="20504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16443" y="3529727"/>
            <a:ext cx="2936677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Produk Alternatif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2016443" y="4017407"/>
            <a:ext cx="6380083" cy="113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 cetak dan flashdisk berisi materi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Rekaman video yang dapat diakses offline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Pemanfaatan perangkat di sekolah/perpustakaan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74" y="5366742"/>
            <a:ext cx="1067872" cy="20504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16443" y="5580221"/>
            <a:ext cx="2936677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Lingkungan Belajar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2016443" y="6067901"/>
            <a:ext cx="6380083" cy="113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Pusat pembelajaran komunitas dengan perangkat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Kolaborasi dengan pihak swasta/donatur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bantuan perangkat bagi siswa kurang mampu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35179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Membangun Masa Depan Pemrograman Inklusif</a:t>
            </a:r>
            <a:endParaRPr lang="en-US" sz="4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5817"/>
            <a:ext cx="130428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Integrasi Strategis: Konten, Proses, Produk, Lingkungan Belajar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1573649" y="2906078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Konten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93790" y="3432096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Kembangkan materi "unplugged" yang kaya dan menarik, serta materi digital yang bisa diunduh untuk akses offline.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83868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6731" y="3644146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906078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Proses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9937790" y="3432096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Latih guru menggunakan metode "unplugged" dan fasilitasi praktik mandiri siswa dengan sumber daya alternatif.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83868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2604" y="4032647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540097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Produk</a:t>
            </a:r>
            <a:endParaRPr lang="en-US" sz="2450" dirty="0"/>
          </a:p>
        </p:txBody>
      </p:sp>
      <p:sp>
        <p:nvSpPr>
          <p:cNvPr id="12" name="Text 6"/>
          <p:cNvSpPr/>
          <p:nvPr/>
        </p:nvSpPr>
        <p:spPr>
          <a:xfrm>
            <a:off x="9937790" y="6066115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Sediakan modul cetak, manfaatkan perpustakaan digital sekolah, dan bangun pusat belajar komunitas.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83868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4103" y="6258520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573649" y="535864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Lingkungan Belajar</a:t>
            </a:r>
            <a:endParaRPr lang="en-US" sz="2450" dirty="0"/>
          </a:p>
        </p:txBody>
      </p:sp>
      <p:sp>
        <p:nvSpPr>
          <p:cNvPr id="16" name="Text 8"/>
          <p:cNvSpPr/>
          <p:nvPr/>
        </p:nvSpPr>
        <p:spPr>
          <a:xfrm>
            <a:off x="793790" y="5884664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Jalin kemitraan untuk akses perangkat/internet, dorong kolaborasi siswa, dan optimalkan fasilitas yang ada.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83868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38230" y="5870019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86646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Visi: Pemrograman untuk Semua, Tanpa Terkecuali</a:t>
            </a:r>
            <a:endParaRPr lang="en-US" sz="4900" dirty="0"/>
          </a:p>
        </p:txBody>
      </p:sp>
      <p:sp>
        <p:nvSpPr>
          <p:cNvPr id="4" name="Shape 1"/>
          <p:cNvSpPr/>
          <p:nvPr/>
        </p:nvSpPr>
        <p:spPr>
          <a:xfrm>
            <a:off x="793790" y="2686050"/>
            <a:ext cx="3664744" cy="2809399"/>
          </a:xfrm>
          <a:prstGeom prst="roundRect">
            <a:avLst>
              <a:gd name="adj" fmla="val 3391"/>
            </a:avLst>
          </a:prstGeom>
          <a:solidFill>
            <a:srgbClr val="6237C8"/>
          </a:solidFill>
          <a:ln w="7620">
            <a:solidFill>
              <a:srgbClr val="7B50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920484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Tidak Ada Hambatan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028224" y="3446502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Dengan solusi inovatif, kesenjangan akses perangkat bukan lagi penghalang untuk belajar pemrograman.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686050"/>
            <a:ext cx="3664863" cy="2809399"/>
          </a:xfrm>
          <a:prstGeom prst="roundRect">
            <a:avLst>
              <a:gd name="adj" fmla="val 3391"/>
            </a:avLst>
          </a:prstGeom>
          <a:solidFill>
            <a:srgbClr val="6237C8"/>
          </a:solidFill>
          <a:ln w="7620">
            <a:solidFill>
              <a:srgbClr val="7B50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2920484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Kesempatan Sama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4919782" y="3446502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siswa memiliki kesempatan yang sama untuk menguasai logika pemrograman dan berpikir komputasional.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722263"/>
            <a:ext cx="7556421" cy="1720691"/>
          </a:xfrm>
          <a:prstGeom prst="roundRect">
            <a:avLst>
              <a:gd name="adj" fmla="val 5537"/>
            </a:avLst>
          </a:prstGeom>
          <a:solidFill>
            <a:srgbClr val="6237C8"/>
          </a:solidFill>
          <a:ln w="7620">
            <a:solidFill>
              <a:srgbClr val="7B50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956697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Generasi Siap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1028224" y="6482715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Wujudkan generasi digital yang cerdas, logis, dan siap menghadapi masa depan dengan percaya diri!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2026-03-15T06:59:31Z</dcterms:created>
  <dcterms:modified xsi:type="dcterms:W3CDTF">2026-03-15T06:59:31Z</dcterms:modified>
</cp:coreProperties>
</file>